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sldIdLst>
    <p:sldId id="256" r:id="rId5"/>
    <p:sldId id="260" r:id="rId6"/>
    <p:sldId id="262" r:id="rId7"/>
    <p:sldId id="263" r:id="rId8"/>
    <p:sldId id="266" r:id="rId9"/>
    <p:sldId id="264" r:id="rId10"/>
    <p:sldId id="258" r:id="rId11"/>
  </p:sldIdLst>
  <p:sldSz cx="9906000" cy="6858000" type="A4"/>
  <p:notesSz cx="6797675" cy="9926638"/>
  <p:defaultTextStyle>
    <a:lvl1pPr>
      <a:defRPr>
        <a:latin typeface="Calibri"/>
        <a:ea typeface="Calibri"/>
        <a:cs typeface="Calibri"/>
        <a:sym typeface="Calibri"/>
      </a:defRPr>
    </a:lvl1pPr>
    <a:lvl2pPr indent="457200">
      <a:defRPr>
        <a:latin typeface="Calibri"/>
        <a:ea typeface="Calibri"/>
        <a:cs typeface="Calibri"/>
        <a:sym typeface="Calibri"/>
      </a:defRPr>
    </a:lvl2pPr>
    <a:lvl3pPr indent="914400">
      <a:defRPr>
        <a:latin typeface="Calibri"/>
        <a:ea typeface="Calibri"/>
        <a:cs typeface="Calibri"/>
        <a:sym typeface="Calibri"/>
      </a:defRPr>
    </a:lvl3pPr>
    <a:lvl4pPr indent="1371600">
      <a:defRPr>
        <a:latin typeface="Calibri"/>
        <a:ea typeface="Calibri"/>
        <a:cs typeface="Calibri"/>
        <a:sym typeface="Calibri"/>
      </a:defRPr>
    </a:lvl4pPr>
    <a:lvl5pPr indent="1828800">
      <a:defRPr>
        <a:latin typeface="Calibri"/>
        <a:ea typeface="Calibri"/>
        <a:cs typeface="Calibri"/>
        <a:sym typeface="Calibri"/>
      </a:defRPr>
    </a:lvl5pPr>
    <a:lvl6pPr indent="2286000">
      <a:defRPr>
        <a:latin typeface="Calibri"/>
        <a:ea typeface="Calibri"/>
        <a:cs typeface="Calibri"/>
        <a:sym typeface="Calibri"/>
      </a:defRPr>
    </a:lvl6pPr>
    <a:lvl7pPr indent="2743200">
      <a:defRPr>
        <a:latin typeface="Calibri"/>
        <a:ea typeface="Calibri"/>
        <a:cs typeface="Calibri"/>
        <a:sym typeface="Calibri"/>
      </a:defRPr>
    </a:lvl7pPr>
    <a:lvl8pPr indent="3200400">
      <a:defRPr>
        <a:latin typeface="Calibri"/>
        <a:ea typeface="Calibri"/>
        <a:cs typeface="Calibri"/>
        <a:sym typeface="Calibri"/>
      </a:defRPr>
    </a:lvl8pPr>
    <a:lvl9pPr indent="3657600">
      <a:defRPr>
        <a:latin typeface="Calibri"/>
        <a:ea typeface="Calibri"/>
        <a:cs typeface="Calibri"/>
        <a:sym typeface="Calibri"/>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AA17"/>
    <a:srgbClr val="9898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E2F401-11CE-4D9D-812D-AF2F5FDA50A1}" v="12" dt="2026-05-25T10:03:35.958"/>
  </p1510:revLst>
</p1510:revInfo>
</file>

<file path=ppt/tableStyles.xml><?xml version="1.0" encoding="utf-8"?>
<a:tblStyleLst xmlns:a="http://schemas.openxmlformats.org/drawingml/2006/main" def="{5940675A-B579-460E-94D1-54222C63F5DA}">
  <a:tblStyle styleId="{4C3C2611-4C71-4FC5-86AE-919BDF0F9419}"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7E7"/>
          </a:solidFill>
        </a:fill>
      </a:tcStyle>
    </a:wholeTbl>
    <a:band2H>
      <a:tcTxStyle/>
      <a:tcStyle>
        <a:tcBdr/>
        <a:fill>
          <a:solidFill>
            <a:srgbClr val="E8ECF4"/>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Row>
  </a:tblStyle>
  <a:tblStyle styleId="{C7B018BB-80A7-4F77-B60F-C8B233D01FF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EE7D0"/>
          </a:solidFill>
        </a:fill>
      </a:tcStyle>
    </a:wholeTbl>
    <a:band2H>
      <a:tcTxStyle/>
      <a:tcStyle>
        <a:tcBdr/>
        <a:fill>
          <a:solidFill>
            <a:srgbClr val="EFF3E9"/>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Row>
  </a:tblStyle>
  <a:tblStyle styleId="{EEE7283C-3CF3-47DC-8721-378D4A62B22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CDCCE"/>
          </a:solidFill>
        </a:fill>
      </a:tcStyle>
    </a:wholeTbl>
    <a:band2H>
      <a:tcTxStyle/>
      <a:tcStyle>
        <a:tcBdr/>
        <a:fill>
          <a:solidFill>
            <a:srgbClr val="FDEEE8"/>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Row>
  </a:tblStyle>
  <a:tblStyle styleId="{CF821DB8-F4EB-4A41-A1BA-3FCAFE7338EE}" styleName="">
    <a:tblBg/>
    <a:wholeTbl>
      <a:tcTxStyle b="on" i="on">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F81BD"/>
          </a:solidFill>
        </a:fill>
      </a:tcStyle>
    </a:firstCol>
    <a:lastRow>
      <a:tcTxStyle b="on" i="on">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4F81BD"/>
          </a:solidFill>
        </a:fill>
      </a:tcStyle>
    </a:firstRow>
  </a:tblStyle>
  <a:tblStyle styleId="{33BA23B1-9221-436E-865A-0063620EA4FD}"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showGuides="1">
      <p:cViewPr varScale="1">
        <p:scale>
          <a:sx n="78" d="100"/>
          <a:sy n="78" d="100"/>
        </p:scale>
        <p:origin x="1406" y="62"/>
      </p:cViewPr>
      <p:guideLst>
        <p:guide orient="horz" pos="2160"/>
        <p:guide pos="31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Gimenez - CAL BLAY" userId="7e3dacd5-dd8f-4b2d-9ec6-8ab1041b439c" providerId="ADAL" clId="{ACD25614-945F-4C66-9CB2-A43932763854}"/>
    <pc:docChg chg="undo custSel addSld delSld modSld sldOrd">
      <pc:chgData name="Anna Gimenez - CAL BLAY" userId="7e3dacd5-dd8f-4b2d-9ec6-8ab1041b439c" providerId="ADAL" clId="{ACD25614-945F-4C66-9CB2-A43932763854}" dt="2026-05-25T10:07:54.585" v="2646" actId="1076"/>
      <pc:docMkLst>
        <pc:docMk/>
      </pc:docMkLst>
      <pc:sldChg chg="addSp modSp mod">
        <pc:chgData name="Anna Gimenez - CAL BLAY" userId="7e3dacd5-dd8f-4b2d-9ec6-8ab1041b439c" providerId="ADAL" clId="{ACD25614-945F-4C66-9CB2-A43932763854}" dt="2026-05-25T09:52:03.360" v="2415" actId="207"/>
        <pc:sldMkLst>
          <pc:docMk/>
          <pc:sldMk cId="0" sldId="256"/>
        </pc:sldMkLst>
        <pc:spChg chg="mod">
          <ac:chgData name="Anna Gimenez - CAL BLAY" userId="7e3dacd5-dd8f-4b2d-9ec6-8ab1041b439c" providerId="ADAL" clId="{ACD25614-945F-4C66-9CB2-A43932763854}" dt="2026-05-20T08:48:50.388" v="13" actId="6549"/>
          <ac:spMkLst>
            <pc:docMk/>
            <pc:sldMk cId="0" sldId="256"/>
            <ac:spMk id="3" creationId="{671E0ECE-7E63-F6D8-3839-9C8D6DB29880}"/>
          </ac:spMkLst>
        </pc:spChg>
        <pc:spChg chg="add mod">
          <ac:chgData name="Anna Gimenez - CAL BLAY" userId="7e3dacd5-dd8f-4b2d-9ec6-8ab1041b439c" providerId="ADAL" clId="{ACD25614-945F-4C66-9CB2-A43932763854}" dt="2026-05-20T09:18:29.371" v="1429" actId="1076"/>
          <ac:spMkLst>
            <pc:docMk/>
            <pc:sldMk cId="0" sldId="256"/>
            <ac:spMk id="4" creationId="{15E2C1B9-1BAD-C4D2-7C70-8557533813D6}"/>
          </ac:spMkLst>
        </pc:spChg>
        <pc:spChg chg="mod">
          <ac:chgData name="Anna Gimenez - CAL BLAY" userId="7e3dacd5-dd8f-4b2d-9ec6-8ab1041b439c" providerId="ADAL" clId="{ACD25614-945F-4C66-9CB2-A43932763854}" dt="2026-05-20T08:50:26.773" v="150" actId="20577"/>
          <ac:spMkLst>
            <pc:docMk/>
            <pc:sldMk cId="0" sldId="256"/>
            <ac:spMk id="5" creationId="{4A825076-9DE3-3F5F-961C-A9AFE2878353}"/>
          </ac:spMkLst>
        </pc:spChg>
        <pc:spChg chg="mod">
          <ac:chgData name="Anna Gimenez - CAL BLAY" userId="7e3dacd5-dd8f-4b2d-9ec6-8ab1041b439c" providerId="ADAL" clId="{ACD25614-945F-4C66-9CB2-A43932763854}" dt="2026-05-20T08:50:50.186" v="188"/>
          <ac:spMkLst>
            <pc:docMk/>
            <pc:sldMk cId="0" sldId="256"/>
            <ac:spMk id="6" creationId="{3DD7C139-E73B-F7F3-2508-D0FBF2930FC3}"/>
          </ac:spMkLst>
        </pc:spChg>
        <pc:spChg chg="mod">
          <ac:chgData name="Anna Gimenez - CAL BLAY" userId="7e3dacd5-dd8f-4b2d-9ec6-8ab1041b439c" providerId="ADAL" clId="{ACD25614-945F-4C66-9CB2-A43932763854}" dt="2026-05-25T09:51:42.517" v="2412" actId="207"/>
          <ac:spMkLst>
            <pc:docMk/>
            <pc:sldMk cId="0" sldId="256"/>
            <ac:spMk id="14" creationId="{00000000-0000-0000-0000-000000000000}"/>
          </ac:spMkLst>
        </pc:spChg>
        <pc:spChg chg="mod">
          <ac:chgData name="Anna Gimenez - CAL BLAY" userId="7e3dacd5-dd8f-4b2d-9ec6-8ab1041b439c" providerId="ADAL" clId="{ACD25614-945F-4C66-9CB2-A43932763854}" dt="2026-05-25T09:51:42.517" v="2412" actId="207"/>
          <ac:spMkLst>
            <pc:docMk/>
            <pc:sldMk cId="0" sldId="256"/>
            <ac:spMk id="19" creationId="{E55CFC17-E4FA-6399-8780-EFF289C0F2D0}"/>
          </ac:spMkLst>
        </pc:spChg>
        <pc:spChg chg="mod">
          <ac:chgData name="Anna Gimenez - CAL BLAY" userId="7e3dacd5-dd8f-4b2d-9ec6-8ab1041b439c" providerId="ADAL" clId="{ACD25614-945F-4C66-9CB2-A43932763854}" dt="2026-05-20T08:49:46.750" v="115" actId="108"/>
          <ac:spMkLst>
            <pc:docMk/>
            <pc:sldMk cId="0" sldId="256"/>
            <ac:spMk id="27" creationId="{65EA4DBC-3108-1DD4-13C8-0BB0B80DD3F2}"/>
          </ac:spMkLst>
        </pc:spChg>
        <pc:spChg chg="mod">
          <ac:chgData name="Anna Gimenez - CAL BLAY" userId="7e3dacd5-dd8f-4b2d-9ec6-8ab1041b439c" providerId="ADAL" clId="{ACD25614-945F-4C66-9CB2-A43932763854}" dt="2026-05-25T09:52:03.360" v="2415" actId="207"/>
          <ac:spMkLst>
            <pc:docMk/>
            <pc:sldMk cId="0" sldId="256"/>
            <ac:spMk id="51" creationId="{00000000-0000-0000-0000-000000000000}"/>
          </ac:spMkLst>
        </pc:spChg>
      </pc:sldChg>
      <pc:sldChg chg="addSp delSp modSp mod">
        <pc:chgData name="Anna Gimenez - CAL BLAY" userId="7e3dacd5-dd8f-4b2d-9ec6-8ab1041b439c" providerId="ADAL" clId="{ACD25614-945F-4C66-9CB2-A43932763854}" dt="2026-05-25T09:58:52.411" v="2526" actId="14100"/>
        <pc:sldMkLst>
          <pc:docMk/>
          <pc:sldMk cId="31047498" sldId="260"/>
        </pc:sldMkLst>
        <pc:spChg chg="add mod">
          <ac:chgData name="Anna Gimenez - CAL BLAY" userId="7e3dacd5-dd8f-4b2d-9ec6-8ab1041b439c" providerId="ADAL" clId="{ACD25614-945F-4C66-9CB2-A43932763854}" dt="2026-05-20T09:18:50.045" v="1438" actId="14100"/>
          <ac:spMkLst>
            <pc:docMk/>
            <pc:sldMk cId="31047498" sldId="260"/>
            <ac:spMk id="2" creationId="{6D477E4B-962F-3720-46A3-C36B28C11CB5}"/>
          </ac:spMkLst>
        </pc:spChg>
        <pc:spChg chg="add mod">
          <ac:chgData name="Anna Gimenez - CAL BLAY" userId="7e3dacd5-dd8f-4b2d-9ec6-8ab1041b439c" providerId="ADAL" clId="{ACD25614-945F-4C66-9CB2-A43932763854}" dt="2026-05-25T09:58:52.411" v="2526" actId="14100"/>
          <ac:spMkLst>
            <pc:docMk/>
            <pc:sldMk cId="31047498" sldId="260"/>
            <ac:spMk id="3" creationId="{2D67B9EE-3E65-9D7B-AF1D-27108C12A13F}"/>
          </ac:spMkLst>
        </pc:spChg>
        <pc:spChg chg="mod">
          <ac:chgData name="Anna Gimenez - CAL BLAY" userId="7e3dacd5-dd8f-4b2d-9ec6-8ab1041b439c" providerId="ADAL" clId="{ACD25614-945F-4C66-9CB2-A43932763854}" dt="2026-05-20T09:22:35.175" v="1549" actId="1076"/>
          <ac:spMkLst>
            <pc:docMk/>
            <pc:sldMk cId="31047498" sldId="260"/>
            <ac:spMk id="6" creationId="{363B91BC-F477-AFF0-BAE1-1F1C12A6D6B0}"/>
          </ac:spMkLst>
        </pc:spChg>
        <pc:spChg chg="add mod">
          <ac:chgData name="Anna Gimenez - CAL BLAY" userId="7e3dacd5-dd8f-4b2d-9ec6-8ab1041b439c" providerId="ADAL" clId="{ACD25614-945F-4C66-9CB2-A43932763854}" dt="2026-05-20T09:20:26.439" v="1497" actId="1076"/>
          <ac:spMkLst>
            <pc:docMk/>
            <pc:sldMk cId="31047498" sldId="260"/>
            <ac:spMk id="8" creationId="{ECCDF75C-855E-BB92-6E0C-351BDF544050}"/>
          </ac:spMkLst>
        </pc:spChg>
        <pc:spChg chg="add mod">
          <ac:chgData name="Anna Gimenez - CAL BLAY" userId="7e3dacd5-dd8f-4b2d-9ec6-8ab1041b439c" providerId="ADAL" clId="{ACD25614-945F-4C66-9CB2-A43932763854}" dt="2026-05-25T09:56:57.248" v="2442" actId="20577"/>
          <ac:spMkLst>
            <pc:docMk/>
            <pc:sldMk cId="31047498" sldId="260"/>
            <ac:spMk id="9" creationId="{721AB50D-A292-B660-D2BB-00028E608825}"/>
          </ac:spMkLst>
        </pc:spChg>
        <pc:spChg chg="add mod">
          <ac:chgData name="Anna Gimenez - CAL BLAY" userId="7e3dacd5-dd8f-4b2d-9ec6-8ab1041b439c" providerId="ADAL" clId="{ACD25614-945F-4C66-9CB2-A43932763854}" dt="2026-05-20T09:20:26.439" v="1497" actId="1076"/>
          <ac:spMkLst>
            <pc:docMk/>
            <pc:sldMk cId="31047498" sldId="260"/>
            <ac:spMk id="10" creationId="{A6448E8C-042E-1F4C-19D2-5699D8EB1068}"/>
          </ac:spMkLst>
        </pc:spChg>
        <pc:spChg chg="add mod">
          <ac:chgData name="Anna Gimenez - CAL BLAY" userId="7e3dacd5-dd8f-4b2d-9ec6-8ab1041b439c" providerId="ADAL" clId="{ACD25614-945F-4C66-9CB2-A43932763854}" dt="2026-05-25T09:52:44.025" v="2430" actId="20577"/>
          <ac:spMkLst>
            <pc:docMk/>
            <pc:sldMk cId="31047498" sldId="260"/>
            <ac:spMk id="11" creationId="{53335BAC-ECE5-3D39-BEF0-F3B75BC25C8D}"/>
          </ac:spMkLst>
        </pc:spChg>
        <pc:spChg chg="mod">
          <ac:chgData name="Anna Gimenez - CAL BLAY" userId="7e3dacd5-dd8f-4b2d-9ec6-8ab1041b439c" providerId="ADAL" clId="{ACD25614-945F-4C66-9CB2-A43932763854}" dt="2026-05-20T09:19:49.888" v="1467" actId="1076"/>
          <ac:spMkLst>
            <pc:docMk/>
            <pc:sldMk cId="31047498" sldId="260"/>
            <ac:spMk id="12" creationId="{79E78ECF-349D-417F-171C-BB968214F10C}"/>
          </ac:spMkLst>
        </pc:spChg>
        <pc:spChg chg="add mod">
          <ac:chgData name="Anna Gimenez - CAL BLAY" userId="7e3dacd5-dd8f-4b2d-9ec6-8ab1041b439c" providerId="ADAL" clId="{ACD25614-945F-4C66-9CB2-A43932763854}" dt="2026-05-20T09:21:16.615" v="1517" actId="207"/>
          <ac:spMkLst>
            <pc:docMk/>
            <pc:sldMk cId="31047498" sldId="260"/>
            <ac:spMk id="13" creationId="{01A6047D-646D-91F6-ABEB-D462A9A28ED0}"/>
          </ac:spMkLst>
        </pc:spChg>
        <pc:spChg chg="add mod">
          <ac:chgData name="Anna Gimenez - CAL BLAY" userId="7e3dacd5-dd8f-4b2d-9ec6-8ab1041b439c" providerId="ADAL" clId="{ACD25614-945F-4C66-9CB2-A43932763854}" dt="2026-05-20T09:21:31.210" v="1520" actId="1076"/>
          <ac:spMkLst>
            <pc:docMk/>
            <pc:sldMk cId="31047498" sldId="260"/>
            <ac:spMk id="18" creationId="{BDB60525-3E45-AC8A-4C53-6C5114958976}"/>
          </ac:spMkLst>
        </pc:spChg>
        <pc:spChg chg="add mod">
          <ac:chgData name="Anna Gimenez - CAL BLAY" userId="7e3dacd5-dd8f-4b2d-9ec6-8ab1041b439c" providerId="ADAL" clId="{ACD25614-945F-4C66-9CB2-A43932763854}" dt="2026-05-20T09:22:21.281" v="1548" actId="1076"/>
          <ac:spMkLst>
            <pc:docMk/>
            <pc:sldMk cId="31047498" sldId="260"/>
            <ac:spMk id="19" creationId="{E8C9D83D-846D-4DBF-40C1-B424019B4230}"/>
          </ac:spMkLst>
        </pc:spChg>
      </pc:sldChg>
      <pc:sldChg chg="addSp delSp modSp mod">
        <pc:chgData name="Anna Gimenez - CAL BLAY" userId="7e3dacd5-dd8f-4b2d-9ec6-8ab1041b439c" providerId="ADAL" clId="{ACD25614-945F-4C66-9CB2-A43932763854}" dt="2026-05-25T10:00:35.692" v="2580" actId="14100"/>
        <pc:sldMkLst>
          <pc:docMk/>
          <pc:sldMk cId="678098438" sldId="262"/>
        </pc:sldMkLst>
        <pc:spChg chg="add mod">
          <ac:chgData name="Anna Gimenez - CAL BLAY" userId="7e3dacd5-dd8f-4b2d-9ec6-8ab1041b439c" providerId="ADAL" clId="{ACD25614-945F-4C66-9CB2-A43932763854}" dt="2026-05-20T09:22:45.238" v="1551"/>
          <ac:spMkLst>
            <pc:docMk/>
            <pc:sldMk cId="678098438" sldId="262"/>
            <ac:spMk id="2" creationId="{FAAB51AF-35B2-E0C8-6333-B19F0A6254A3}"/>
          </ac:spMkLst>
        </pc:spChg>
        <pc:spChg chg="add mod">
          <ac:chgData name="Anna Gimenez - CAL BLAY" userId="7e3dacd5-dd8f-4b2d-9ec6-8ab1041b439c" providerId="ADAL" clId="{ACD25614-945F-4C66-9CB2-A43932763854}" dt="2026-05-25T09:59:56.665" v="2569" actId="20577"/>
          <ac:spMkLst>
            <pc:docMk/>
            <pc:sldMk cId="678098438" sldId="262"/>
            <ac:spMk id="3" creationId="{E7AC07F5-69D1-982A-803F-0406F277FFB5}"/>
          </ac:spMkLst>
        </pc:spChg>
        <pc:spChg chg="add mod">
          <ac:chgData name="Anna Gimenez - CAL BLAY" userId="7e3dacd5-dd8f-4b2d-9ec6-8ab1041b439c" providerId="ADAL" clId="{ACD25614-945F-4C66-9CB2-A43932763854}" dt="2026-05-20T09:32:34.003" v="2253" actId="1076"/>
          <ac:spMkLst>
            <pc:docMk/>
            <pc:sldMk cId="678098438" sldId="262"/>
            <ac:spMk id="4" creationId="{16A8A381-FEDE-D79D-0A4C-BE30AAE95C5B}"/>
          </ac:spMkLst>
        </pc:spChg>
        <pc:spChg chg="add mod">
          <ac:chgData name="Anna Gimenez - CAL BLAY" userId="7e3dacd5-dd8f-4b2d-9ec6-8ab1041b439c" providerId="ADAL" clId="{ACD25614-945F-4C66-9CB2-A43932763854}" dt="2026-05-20T09:26:57.549" v="1823" actId="1076"/>
          <ac:spMkLst>
            <pc:docMk/>
            <pc:sldMk cId="678098438" sldId="262"/>
            <ac:spMk id="5" creationId="{24143916-88D3-52DD-ADA7-2C4498817115}"/>
          </ac:spMkLst>
        </pc:spChg>
        <pc:spChg chg="mod">
          <ac:chgData name="Anna Gimenez - CAL BLAY" userId="7e3dacd5-dd8f-4b2d-9ec6-8ab1041b439c" providerId="ADAL" clId="{ACD25614-945F-4C66-9CB2-A43932763854}" dt="2026-05-25T10:00:35.692" v="2580" actId="14100"/>
          <ac:spMkLst>
            <pc:docMk/>
            <pc:sldMk cId="678098438" sldId="262"/>
            <ac:spMk id="6" creationId="{CA8BEE36-A7B8-614F-64CC-7445767A34D0}"/>
          </ac:spMkLst>
        </pc:spChg>
        <pc:spChg chg="add mod">
          <ac:chgData name="Anna Gimenez - CAL BLAY" userId="7e3dacd5-dd8f-4b2d-9ec6-8ab1041b439c" providerId="ADAL" clId="{ACD25614-945F-4C66-9CB2-A43932763854}" dt="2026-05-20T09:31:58.961" v="2252" actId="1076"/>
          <ac:spMkLst>
            <pc:docMk/>
            <pc:sldMk cId="678098438" sldId="262"/>
            <ac:spMk id="8" creationId="{DEC3E335-4CC9-5BBA-1EA4-3673B20F7541}"/>
          </ac:spMkLst>
        </pc:spChg>
        <pc:spChg chg="mod">
          <ac:chgData name="Anna Gimenez - CAL BLAY" userId="7e3dacd5-dd8f-4b2d-9ec6-8ab1041b439c" providerId="ADAL" clId="{ACD25614-945F-4C66-9CB2-A43932763854}" dt="2026-05-20T15:48:14.828" v="2290" actId="20577"/>
          <ac:spMkLst>
            <pc:docMk/>
            <pc:sldMk cId="678098438" sldId="262"/>
            <ac:spMk id="13" creationId="{2D6C4530-6085-6E1A-6996-D405A5A34FCD}"/>
          </ac:spMkLst>
        </pc:spChg>
        <pc:spChg chg="mod">
          <ac:chgData name="Anna Gimenez - CAL BLAY" userId="7e3dacd5-dd8f-4b2d-9ec6-8ab1041b439c" providerId="ADAL" clId="{ACD25614-945F-4C66-9CB2-A43932763854}" dt="2026-05-20T09:32:51.057" v="2260" actId="20577"/>
          <ac:spMkLst>
            <pc:docMk/>
            <pc:sldMk cId="678098438" sldId="262"/>
            <ac:spMk id="18" creationId="{E41D45D0-D2BE-1A85-3E0A-0D57A0F1A95C}"/>
          </ac:spMkLst>
        </pc:spChg>
        <pc:spChg chg="mod">
          <ac:chgData name="Anna Gimenez - CAL BLAY" userId="7e3dacd5-dd8f-4b2d-9ec6-8ab1041b439c" providerId="ADAL" clId="{ACD25614-945F-4C66-9CB2-A43932763854}" dt="2026-05-20T15:47:57.573" v="2284" actId="1076"/>
          <ac:spMkLst>
            <pc:docMk/>
            <pc:sldMk cId="678098438" sldId="262"/>
            <ac:spMk id="19" creationId="{986B7455-8CC7-5E45-118D-B5912C561D45}"/>
          </ac:spMkLst>
        </pc:spChg>
      </pc:sldChg>
      <pc:sldChg chg="addSp modSp new mod ord">
        <pc:chgData name="Anna Gimenez - CAL BLAY" userId="7e3dacd5-dd8f-4b2d-9ec6-8ab1041b439c" providerId="ADAL" clId="{ACD25614-945F-4C66-9CB2-A43932763854}" dt="2026-05-20T09:08:08.893" v="1077"/>
        <pc:sldMkLst>
          <pc:docMk/>
          <pc:sldMk cId="1681016820" sldId="263"/>
        </pc:sldMkLst>
        <pc:picChg chg="add mod">
          <ac:chgData name="Anna Gimenez - CAL BLAY" userId="7e3dacd5-dd8f-4b2d-9ec6-8ab1041b439c" providerId="ADAL" clId="{ACD25614-945F-4C66-9CB2-A43932763854}" dt="2026-05-20T09:08:06.895" v="1075" actId="1076"/>
          <ac:picMkLst>
            <pc:docMk/>
            <pc:sldMk cId="1681016820" sldId="263"/>
            <ac:picMk id="4" creationId="{84773379-277F-3EFC-00EA-D79904E7CAC8}"/>
          </ac:picMkLst>
        </pc:picChg>
      </pc:sldChg>
      <pc:sldChg chg="addSp modSp new mod">
        <pc:chgData name="Anna Gimenez - CAL BLAY" userId="7e3dacd5-dd8f-4b2d-9ec6-8ab1041b439c" providerId="ADAL" clId="{ACD25614-945F-4C66-9CB2-A43932763854}" dt="2026-05-20T09:08:44.564" v="1083" actId="1076"/>
        <pc:sldMkLst>
          <pc:docMk/>
          <pc:sldMk cId="2417177185" sldId="264"/>
        </pc:sldMkLst>
        <pc:picChg chg="add mod">
          <ac:chgData name="Anna Gimenez - CAL BLAY" userId="7e3dacd5-dd8f-4b2d-9ec6-8ab1041b439c" providerId="ADAL" clId="{ACD25614-945F-4C66-9CB2-A43932763854}" dt="2026-05-20T09:08:44.564" v="1083" actId="1076"/>
          <ac:picMkLst>
            <pc:docMk/>
            <pc:sldMk cId="2417177185" sldId="264"/>
            <ac:picMk id="4" creationId="{BED5E24F-A9E3-B0B2-D33D-AE71E3E4464F}"/>
          </ac:picMkLst>
        </pc:picChg>
      </pc:sldChg>
      <pc:sldChg chg="addSp modSp new mod ord">
        <pc:chgData name="Anna Gimenez - CAL BLAY" userId="7e3dacd5-dd8f-4b2d-9ec6-8ab1041b439c" providerId="ADAL" clId="{ACD25614-945F-4C66-9CB2-A43932763854}" dt="2026-05-25T10:07:54.585" v="2646" actId="1076"/>
        <pc:sldMkLst>
          <pc:docMk/>
          <pc:sldMk cId="1321757494" sldId="266"/>
        </pc:sldMkLst>
        <pc:spChg chg="add mod">
          <ac:chgData name="Anna Gimenez - CAL BLAY" userId="7e3dacd5-dd8f-4b2d-9ec6-8ab1041b439c" providerId="ADAL" clId="{ACD25614-945F-4C66-9CB2-A43932763854}" dt="2026-05-25T10:02:35.120" v="2597" actId="208"/>
          <ac:spMkLst>
            <pc:docMk/>
            <pc:sldMk cId="1321757494" sldId="266"/>
            <ac:spMk id="3" creationId="{DC5B2E27-BB4C-E1DB-ECCD-7B7800F14CA6}"/>
          </ac:spMkLst>
        </pc:spChg>
        <pc:spChg chg="add mod">
          <ac:chgData name="Anna Gimenez - CAL BLAY" userId="7e3dacd5-dd8f-4b2d-9ec6-8ab1041b439c" providerId="ADAL" clId="{ACD25614-945F-4C66-9CB2-A43932763854}" dt="2026-05-25T10:02:53.218" v="2599" actId="1076"/>
          <ac:spMkLst>
            <pc:docMk/>
            <pc:sldMk cId="1321757494" sldId="266"/>
            <ac:spMk id="5" creationId="{8C591954-0E74-F41E-BE10-F78EA8ECAA32}"/>
          </ac:spMkLst>
        </pc:spChg>
        <pc:spChg chg="add mod">
          <ac:chgData name="Anna Gimenez - CAL BLAY" userId="7e3dacd5-dd8f-4b2d-9ec6-8ab1041b439c" providerId="ADAL" clId="{ACD25614-945F-4C66-9CB2-A43932763854}" dt="2026-05-25T10:03:03.604" v="2601" actId="1076"/>
          <ac:spMkLst>
            <pc:docMk/>
            <pc:sldMk cId="1321757494" sldId="266"/>
            <ac:spMk id="6" creationId="{C4C0CE74-FCB9-904A-CD14-DBF376F58F50}"/>
          </ac:spMkLst>
        </pc:spChg>
        <pc:spChg chg="add mod">
          <ac:chgData name="Anna Gimenez - CAL BLAY" userId="7e3dacd5-dd8f-4b2d-9ec6-8ab1041b439c" providerId="ADAL" clId="{ACD25614-945F-4C66-9CB2-A43932763854}" dt="2026-05-25T10:03:08.097" v="2603" actId="1076"/>
          <ac:spMkLst>
            <pc:docMk/>
            <pc:sldMk cId="1321757494" sldId="266"/>
            <ac:spMk id="7" creationId="{859DD12F-E6F1-C32D-7145-0DF2FB4D6EE2}"/>
          </ac:spMkLst>
        </pc:spChg>
        <pc:spChg chg="add mod">
          <ac:chgData name="Anna Gimenez - CAL BLAY" userId="7e3dacd5-dd8f-4b2d-9ec6-8ab1041b439c" providerId="ADAL" clId="{ACD25614-945F-4C66-9CB2-A43932763854}" dt="2026-05-25T10:03:13.377" v="2605" actId="1076"/>
          <ac:spMkLst>
            <pc:docMk/>
            <pc:sldMk cId="1321757494" sldId="266"/>
            <ac:spMk id="8" creationId="{C110EAF5-FEC1-095B-8152-2677CC4D5EAD}"/>
          </ac:spMkLst>
        </pc:spChg>
        <pc:spChg chg="add mod">
          <ac:chgData name="Anna Gimenez - CAL BLAY" userId="7e3dacd5-dd8f-4b2d-9ec6-8ab1041b439c" providerId="ADAL" clId="{ACD25614-945F-4C66-9CB2-A43932763854}" dt="2026-05-25T10:03:18.377" v="2607" actId="1076"/>
          <ac:spMkLst>
            <pc:docMk/>
            <pc:sldMk cId="1321757494" sldId="266"/>
            <ac:spMk id="9" creationId="{85BAE057-11EC-FEEA-FFA5-2E1D3284B854}"/>
          </ac:spMkLst>
        </pc:spChg>
        <pc:spChg chg="add mod">
          <ac:chgData name="Anna Gimenez - CAL BLAY" userId="7e3dacd5-dd8f-4b2d-9ec6-8ab1041b439c" providerId="ADAL" clId="{ACD25614-945F-4C66-9CB2-A43932763854}" dt="2026-05-25T10:03:21.051" v="2609" actId="1076"/>
          <ac:spMkLst>
            <pc:docMk/>
            <pc:sldMk cId="1321757494" sldId="266"/>
            <ac:spMk id="10" creationId="{89E69FDE-A4BE-1FB7-5BB9-56F6325FE18B}"/>
          </ac:spMkLst>
        </pc:spChg>
        <pc:spChg chg="add mod">
          <ac:chgData name="Anna Gimenez - CAL BLAY" userId="7e3dacd5-dd8f-4b2d-9ec6-8ab1041b439c" providerId="ADAL" clId="{ACD25614-945F-4C66-9CB2-A43932763854}" dt="2026-05-25T10:07:54.585" v="2646" actId="1076"/>
          <ac:spMkLst>
            <pc:docMk/>
            <pc:sldMk cId="1321757494" sldId="266"/>
            <ac:spMk id="11" creationId="{A34139B8-1663-3B01-530B-32FC9C60BC67}"/>
          </ac:spMkLst>
        </pc:spChg>
        <pc:spChg chg="add mod">
          <ac:chgData name="Anna Gimenez - CAL BLAY" userId="7e3dacd5-dd8f-4b2d-9ec6-8ab1041b439c" providerId="ADAL" clId="{ACD25614-945F-4C66-9CB2-A43932763854}" dt="2026-05-25T10:03:51.785" v="2644" actId="1076"/>
          <ac:spMkLst>
            <pc:docMk/>
            <pc:sldMk cId="1321757494" sldId="266"/>
            <ac:spMk id="12" creationId="{E032CB9C-7D50-7881-E9A4-204FE64952D2}"/>
          </ac:spMkLst>
        </pc:spChg>
        <pc:picChg chg="add">
          <ac:chgData name="Anna Gimenez - CAL BLAY" userId="7e3dacd5-dd8f-4b2d-9ec6-8ab1041b439c" providerId="ADAL" clId="{ACD25614-945F-4C66-9CB2-A43932763854}" dt="2026-05-20T09:07:20.704" v="1066" actId="22"/>
          <ac:picMkLst>
            <pc:docMk/>
            <pc:sldMk cId="1321757494" sldId="266"/>
            <ac:picMk id="4" creationId="{69350EBA-E578-24FA-BE16-26B1EE8A7F2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 name="Shape 46"/>
          <p:cNvSpPr>
            <a:spLocks noGrp="1" noRot="1" noChangeAspect="1"/>
          </p:cNvSpPr>
          <p:nvPr>
            <p:ph type="sldImg"/>
          </p:nvPr>
        </p:nvSpPr>
        <p:spPr>
          <a:xfrm>
            <a:off x="711200" y="744538"/>
            <a:ext cx="5375275" cy="3722687"/>
          </a:xfrm>
          <a:prstGeom prst="rect">
            <a:avLst/>
          </a:prstGeom>
        </p:spPr>
        <p:txBody>
          <a:bodyPr/>
          <a:lstStyle/>
          <a:p>
            <a:pPr lvl="0"/>
            <a:endParaRPr/>
          </a:p>
        </p:txBody>
      </p:sp>
      <p:sp>
        <p:nvSpPr>
          <p:cNvPr id="47" name="Shape 47"/>
          <p:cNvSpPr>
            <a:spLocks noGrp="1"/>
          </p:cNvSpPr>
          <p:nvPr>
            <p:ph type="body" sz="quarter" idx="1"/>
          </p:nvPr>
        </p:nvSpPr>
        <p:spPr>
          <a:xfrm>
            <a:off x="906357" y="4715153"/>
            <a:ext cx="4984962" cy="4466987"/>
          </a:xfrm>
          <a:prstGeom prst="rect">
            <a:avLst/>
          </a:prstGeom>
        </p:spPr>
        <p:txBody>
          <a:bodyPr/>
          <a:lstStyle/>
          <a:p>
            <a:pPr lvl="0"/>
            <a:endParaRPr/>
          </a:p>
        </p:txBody>
      </p:sp>
    </p:spTree>
    <p:extLst>
      <p:ext uri="{BB962C8B-B14F-4D97-AF65-F5344CB8AC3E}">
        <p14:creationId xmlns:p14="http://schemas.microsoft.com/office/powerpoint/2010/main" val="1911804713"/>
      </p:ext>
    </p:extLst>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Comparació">
    <p:spTree>
      <p:nvGrpSpPr>
        <p:cNvPr id="1" name=""/>
        <p:cNvGrpSpPr/>
        <p:nvPr/>
      </p:nvGrpSpPr>
      <p:grpSpPr>
        <a:xfrm>
          <a:off x="0" y="0"/>
          <a:ext cx="0" cy="0"/>
          <a:chOff x="0" y="0"/>
          <a:chExt cx="0" cy="0"/>
        </a:xfrm>
      </p:grpSpPr>
      <p:sp>
        <p:nvSpPr>
          <p:cNvPr id="22" name="Shape 22"/>
          <p:cNvSpPr>
            <a:spLocks noGrp="1"/>
          </p:cNvSpPr>
          <p:nvPr>
            <p:ph type="title"/>
          </p:nvPr>
        </p:nvSpPr>
        <p:spPr>
          <a:xfrm>
            <a:off x="495300" y="256810"/>
            <a:ext cx="8915400" cy="1178656"/>
          </a:xfrm>
          <a:prstGeom prst="rect">
            <a:avLst/>
          </a:prstGeom>
        </p:spPr>
        <p:txBody>
          <a:bodyPr/>
          <a:lstStyle/>
          <a:p>
            <a:pPr lvl="0">
              <a:defRPr sz="1800"/>
            </a:pPr>
            <a:r>
              <a:rPr sz="4400"/>
              <a:t>Feu clic aquí per editar l'estil</a:t>
            </a:r>
          </a:p>
        </p:txBody>
      </p:sp>
      <p:sp>
        <p:nvSpPr>
          <p:cNvPr id="23" name="Shape 23"/>
          <p:cNvSpPr>
            <a:spLocks noGrp="1"/>
          </p:cNvSpPr>
          <p:nvPr>
            <p:ph type="body" idx="1"/>
          </p:nvPr>
        </p:nvSpPr>
        <p:spPr>
          <a:xfrm>
            <a:off x="495300" y="1435465"/>
            <a:ext cx="4376871" cy="739410"/>
          </a:xfrm>
          <a:prstGeom prst="rect">
            <a:avLst/>
          </a:prstGeom>
        </p:spPr>
        <p:txBody>
          <a:bodyPr anchor="b"/>
          <a:lstStyle>
            <a:lvl1pPr marL="0" indent="0">
              <a:spcBef>
                <a:spcPts val="500"/>
              </a:spcBef>
              <a:buSzTx/>
              <a:buFontTx/>
              <a:buNone/>
              <a:defRPr sz="2400" b="1"/>
            </a:lvl1pPr>
          </a:lstStyle>
          <a:p>
            <a:pPr lvl="0">
              <a:defRPr sz="1800" b="0"/>
            </a:pPr>
            <a:r>
              <a:rPr sz="2400" b="1"/>
              <a:t>Feu clic aquí per editar els estils de text</a:t>
            </a:r>
          </a:p>
        </p:txBody>
      </p:sp>
      <p:sp>
        <p:nvSpPr>
          <p:cNvPr id="24" name="Shape 24"/>
          <p:cNvSpPr>
            <a:spLocks noGrp="1"/>
          </p:cNvSpPr>
          <p:nvPr>
            <p:ph type="sldNum" sz="quarter" idx="2"/>
          </p:nvPr>
        </p:nvSpPr>
        <p:spPr>
          <a:prstGeom prst="rect">
            <a:avLst/>
          </a:prstGeom>
        </p:spPr>
        <p:txBody>
          <a:bodyPr/>
          <a:lstStyle/>
          <a:p>
            <a:pPr lvl="0"/>
            <a:fld id="{86CB4B4D-7CA3-9044-876B-883B54F8677D}" type="slidenum">
              <a:rPr/>
              <a:pPr lvl="0"/>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Només títol">
    <p:spTree>
      <p:nvGrpSpPr>
        <p:cNvPr id="1" name=""/>
        <p:cNvGrpSpPr/>
        <p:nvPr/>
      </p:nvGrpSpPr>
      <p:grpSpPr>
        <a:xfrm>
          <a:off x="0" y="0"/>
          <a:ext cx="0" cy="0"/>
          <a:chOff x="0" y="0"/>
          <a:chExt cx="0" cy="0"/>
        </a:xfrm>
      </p:grpSpPr>
      <p:sp>
        <p:nvSpPr>
          <p:cNvPr id="26" name="Shape 26"/>
          <p:cNvSpPr>
            <a:spLocks noGrp="1"/>
          </p:cNvSpPr>
          <p:nvPr>
            <p:ph type="title"/>
          </p:nvPr>
        </p:nvSpPr>
        <p:spPr>
          <a:prstGeom prst="rect">
            <a:avLst/>
          </a:prstGeom>
        </p:spPr>
        <p:txBody>
          <a:bodyPr/>
          <a:lstStyle/>
          <a:p>
            <a:pPr lvl="0">
              <a:defRPr sz="1800"/>
            </a:pPr>
            <a:r>
              <a:rPr sz="4400"/>
              <a:t>Feu clic aquí per editar l'estil</a:t>
            </a:r>
          </a:p>
        </p:txBody>
      </p:sp>
      <p:sp>
        <p:nvSpPr>
          <p:cNvPr id="27" name="Shape 27"/>
          <p:cNvSpPr>
            <a:spLocks noGrp="1"/>
          </p:cNvSpPr>
          <p:nvPr>
            <p:ph type="sldNum" sz="quarter" idx="2"/>
          </p:nvPr>
        </p:nvSpPr>
        <p:spPr>
          <a:prstGeom prst="rect">
            <a:avLst/>
          </a:prstGeom>
        </p:spPr>
        <p:txBody>
          <a:bodyPr/>
          <a:lstStyle/>
          <a:p>
            <a:pPr lvl="0"/>
            <a:fld id="{86CB4B4D-7CA3-9044-876B-883B54F8677D}" type="slidenum">
              <a:rPr/>
              <a:pPr lvl="0"/>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En blanc">
    <p:spTree>
      <p:nvGrpSpPr>
        <p:cNvPr id="1" name=""/>
        <p:cNvGrpSpPr/>
        <p:nvPr/>
      </p:nvGrpSpPr>
      <p:grpSpPr>
        <a:xfrm>
          <a:off x="0" y="0"/>
          <a:ext cx="0" cy="0"/>
          <a:chOff x="0" y="0"/>
          <a:chExt cx="0" cy="0"/>
        </a:xfrm>
      </p:grpSpPr>
      <p:sp>
        <p:nvSpPr>
          <p:cNvPr id="29" name="Shape 29"/>
          <p:cNvSpPr>
            <a:spLocks noGrp="1"/>
          </p:cNvSpPr>
          <p:nvPr>
            <p:ph type="sldNum" sz="quarter" idx="2"/>
          </p:nvPr>
        </p:nvSpPr>
        <p:spPr>
          <a:prstGeom prst="rect">
            <a:avLst/>
          </a:prstGeom>
        </p:spPr>
        <p:txBody>
          <a:bodyPr/>
          <a:lstStyle/>
          <a:p>
            <a:pPr lvl="0"/>
            <a:fld id="{86CB4B4D-7CA3-9044-876B-883B54F8677D}" type="slidenum">
              <a:rPr/>
              <a:pPr lvl="0"/>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ontingut amb llegenda">
    <p:spTree>
      <p:nvGrpSpPr>
        <p:cNvPr id="1" name=""/>
        <p:cNvGrpSpPr/>
        <p:nvPr/>
      </p:nvGrpSpPr>
      <p:grpSpPr>
        <a:xfrm>
          <a:off x="0" y="0"/>
          <a:ext cx="0" cy="0"/>
          <a:chOff x="0" y="0"/>
          <a:chExt cx="0" cy="0"/>
        </a:xfrm>
      </p:grpSpPr>
      <p:sp>
        <p:nvSpPr>
          <p:cNvPr id="31" name="Shape 31"/>
          <p:cNvSpPr>
            <a:spLocks noGrp="1"/>
          </p:cNvSpPr>
          <p:nvPr>
            <p:ph type="title"/>
          </p:nvPr>
        </p:nvSpPr>
        <p:spPr>
          <a:xfrm>
            <a:off x="495300" y="0"/>
            <a:ext cx="3259007" cy="1435100"/>
          </a:xfrm>
          <a:prstGeom prst="rect">
            <a:avLst/>
          </a:prstGeom>
        </p:spPr>
        <p:txBody>
          <a:bodyPr anchor="b"/>
          <a:lstStyle>
            <a:lvl1pPr algn="l">
              <a:defRPr sz="2000" b="1"/>
            </a:lvl1pPr>
          </a:lstStyle>
          <a:p>
            <a:pPr lvl="0">
              <a:defRPr sz="1800" b="0"/>
            </a:pPr>
            <a:r>
              <a:rPr sz="2000" b="1"/>
              <a:t>Feu clic aquí per editar l'estil</a:t>
            </a:r>
          </a:p>
        </p:txBody>
      </p:sp>
      <p:sp>
        <p:nvSpPr>
          <p:cNvPr id="32" name="Shape 32"/>
          <p:cNvSpPr>
            <a:spLocks noGrp="1"/>
          </p:cNvSpPr>
          <p:nvPr>
            <p:ph type="body" idx="1"/>
          </p:nvPr>
        </p:nvSpPr>
        <p:spPr>
          <a:xfrm>
            <a:off x="3872970" y="273050"/>
            <a:ext cx="5537730" cy="6584950"/>
          </a:xfrm>
          <a:prstGeom prst="rect">
            <a:avLst/>
          </a:prstGeom>
        </p:spPr>
        <p:txBody>
          <a:bodyPr/>
          <a:lstStyle/>
          <a:p>
            <a:pPr lvl="0">
              <a:defRPr sz="1800"/>
            </a:pPr>
            <a:r>
              <a:rPr sz="3200"/>
              <a:t>Feu clic aquí per editar els estils de text</a:t>
            </a:r>
          </a:p>
          <a:p>
            <a:pPr lvl="1">
              <a:defRPr sz="1800"/>
            </a:pPr>
            <a:r>
              <a:rPr sz="3200"/>
              <a:t>Segon nivell</a:t>
            </a:r>
          </a:p>
          <a:p>
            <a:pPr lvl="2">
              <a:defRPr sz="1800"/>
            </a:pPr>
            <a:r>
              <a:rPr sz="3200"/>
              <a:t>Tercer nivell</a:t>
            </a:r>
          </a:p>
          <a:p>
            <a:pPr lvl="3">
              <a:defRPr sz="1800"/>
            </a:pPr>
            <a:r>
              <a:rPr sz="3200"/>
              <a:t>Quart nivell</a:t>
            </a:r>
          </a:p>
          <a:p>
            <a:pPr lvl="4">
              <a:defRPr sz="1800"/>
            </a:pPr>
            <a:r>
              <a:rPr sz="3200"/>
              <a:t>Cinquè nivell</a:t>
            </a:r>
          </a:p>
        </p:txBody>
      </p:sp>
      <p:sp>
        <p:nvSpPr>
          <p:cNvPr id="33" name="Shape 33"/>
          <p:cNvSpPr>
            <a:spLocks noGrp="1"/>
          </p:cNvSpPr>
          <p:nvPr>
            <p:ph type="sldNum" sz="quarter" idx="2"/>
          </p:nvPr>
        </p:nvSpPr>
        <p:spPr>
          <a:prstGeom prst="rect">
            <a:avLst/>
          </a:prstGeom>
        </p:spPr>
        <p:txBody>
          <a:bodyPr/>
          <a:lstStyle/>
          <a:p>
            <a:pPr lvl="0"/>
            <a:fld id="{86CB4B4D-7CA3-9044-876B-883B54F8677D}" type="slidenum">
              <a:rPr/>
              <a:pPr lvl="0"/>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Imatge amb llegenda">
    <p:spTree>
      <p:nvGrpSpPr>
        <p:cNvPr id="1" name=""/>
        <p:cNvGrpSpPr/>
        <p:nvPr/>
      </p:nvGrpSpPr>
      <p:grpSpPr>
        <a:xfrm>
          <a:off x="0" y="0"/>
          <a:ext cx="0" cy="0"/>
          <a:chOff x="0" y="0"/>
          <a:chExt cx="0" cy="0"/>
        </a:xfrm>
      </p:grpSpPr>
      <p:sp>
        <p:nvSpPr>
          <p:cNvPr id="35" name="Shape 35"/>
          <p:cNvSpPr>
            <a:spLocks noGrp="1"/>
          </p:cNvSpPr>
          <p:nvPr>
            <p:ph type="title"/>
          </p:nvPr>
        </p:nvSpPr>
        <p:spPr>
          <a:xfrm>
            <a:off x="1941645" y="4800600"/>
            <a:ext cx="5943601" cy="566738"/>
          </a:xfrm>
          <a:prstGeom prst="rect">
            <a:avLst/>
          </a:prstGeom>
        </p:spPr>
        <p:txBody>
          <a:bodyPr anchor="b"/>
          <a:lstStyle>
            <a:lvl1pPr algn="l">
              <a:defRPr sz="2000" b="1"/>
            </a:lvl1pPr>
          </a:lstStyle>
          <a:p>
            <a:pPr lvl="0">
              <a:defRPr sz="1800" b="0"/>
            </a:pPr>
            <a:r>
              <a:rPr sz="2000" b="1"/>
              <a:t>Feu clic aquí per editar l'estil</a:t>
            </a:r>
          </a:p>
        </p:txBody>
      </p:sp>
      <p:sp>
        <p:nvSpPr>
          <p:cNvPr id="36" name="Shape 36"/>
          <p:cNvSpPr>
            <a:spLocks noGrp="1"/>
          </p:cNvSpPr>
          <p:nvPr>
            <p:ph type="body" idx="1"/>
          </p:nvPr>
        </p:nvSpPr>
        <p:spPr>
          <a:xfrm>
            <a:off x="1941645" y="5367337"/>
            <a:ext cx="5943601" cy="804863"/>
          </a:xfrm>
          <a:prstGeom prst="rect">
            <a:avLst/>
          </a:prstGeom>
        </p:spPr>
        <p:txBody>
          <a:bodyPr/>
          <a:lstStyle>
            <a:lvl1pPr marL="0" indent="0">
              <a:spcBef>
                <a:spcPts val="300"/>
              </a:spcBef>
              <a:buSzTx/>
              <a:buFontTx/>
              <a:buNone/>
              <a:defRPr sz="1400"/>
            </a:lvl1pPr>
          </a:lstStyle>
          <a:p>
            <a:pPr lvl="0">
              <a:defRPr sz="1800"/>
            </a:pPr>
            <a:r>
              <a:rPr sz="1400"/>
              <a:t>Feu clic aquí per editar els estils de text</a:t>
            </a:r>
          </a:p>
        </p:txBody>
      </p:sp>
      <p:sp>
        <p:nvSpPr>
          <p:cNvPr id="37" name="Shape 37"/>
          <p:cNvSpPr>
            <a:spLocks noGrp="1"/>
          </p:cNvSpPr>
          <p:nvPr>
            <p:ph type="sldNum" sz="quarter" idx="2"/>
          </p:nvPr>
        </p:nvSpPr>
        <p:spPr>
          <a:prstGeom prst="rect">
            <a:avLst/>
          </a:prstGeom>
        </p:spPr>
        <p:txBody>
          <a:bodyPr/>
          <a:lstStyle/>
          <a:p>
            <a:pPr lvl="0"/>
            <a:fld id="{86CB4B4D-7CA3-9044-876B-883B54F8677D}" type="slidenum">
              <a:rPr/>
              <a:pPr lvl="0"/>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ol i text vertical">
    <p:spTree>
      <p:nvGrpSpPr>
        <p:cNvPr id="1" name=""/>
        <p:cNvGrpSpPr/>
        <p:nvPr/>
      </p:nvGrpSpPr>
      <p:grpSpPr>
        <a:xfrm>
          <a:off x="0" y="0"/>
          <a:ext cx="0" cy="0"/>
          <a:chOff x="0" y="0"/>
          <a:chExt cx="0" cy="0"/>
        </a:xfrm>
      </p:grpSpPr>
      <p:sp>
        <p:nvSpPr>
          <p:cNvPr id="39" name="Shape 39"/>
          <p:cNvSpPr>
            <a:spLocks noGrp="1"/>
          </p:cNvSpPr>
          <p:nvPr>
            <p:ph type="title"/>
          </p:nvPr>
        </p:nvSpPr>
        <p:spPr>
          <a:prstGeom prst="rect">
            <a:avLst/>
          </a:prstGeom>
        </p:spPr>
        <p:txBody>
          <a:bodyPr/>
          <a:lstStyle/>
          <a:p>
            <a:pPr lvl="0">
              <a:defRPr sz="1800"/>
            </a:pPr>
            <a:r>
              <a:rPr sz="4400"/>
              <a:t>Feu clic aquí per editar l'estil</a:t>
            </a:r>
          </a:p>
        </p:txBody>
      </p:sp>
      <p:sp>
        <p:nvSpPr>
          <p:cNvPr id="40" name="Shape 40"/>
          <p:cNvSpPr>
            <a:spLocks noGrp="1"/>
          </p:cNvSpPr>
          <p:nvPr>
            <p:ph type="body" idx="1"/>
          </p:nvPr>
        </p:nvSpPr>
        <p:spPr>
          <a:prstGeom prst="rect">
            <a:avLst/>
          </a:prstGeom>
        </p:spPr>
        <p:txBody>
          <a:bodyPr/>
          <a:lstStyle/>
          <a:p>
            <a:pPr lvl="0">
              <a:defRPr sz="1800"/>
            </a:pPr>
            <a:r>
              <a:rPr sz="3200"/>
              <a:t>Feu clic aquí per editar els estils de text</a:t>
            </a:r>
          </a:p>
          <a:p>
            <a:pPr lvl="1">
              <a:defRPr sz="1800"/>
            </a:pPr>
            <a:r>
              <a:rPr sz="3200"/>
              <a:t>Segon nivell</a:t>
            </a:r>
          </a:p>
          <a:p>
            <a:pPr lvl="2">
              <a:defRPr sz="1800"/>
            </a:pPr>
            <a:r>
              <a:rPr sz="3200"/>
              <a:t>Tercer nivell</a:t>
            </a:r>
          </a:p>
          <a:p>
            <a:pPr lvl="3">
              <a:defRPr sz="1800"/>
            </a:pPr>
            <a:r>
              <a:rPr sz="3200"/>
              <a:t>Quart nivell</a:t>
            </a:r>
          </a:p>
          <a:p>
            <a:pPr lvl="4">
              <a:defRPr sz="1800"/>
            </a:pPr>
            <a:r>
              <a:rPr sz="3200"/>
              <a:t>Cinquè nivell</a:t>
            </a:r>
          </a:p>
        </p:txBody>
      </p:sp>
      <p:sp>
        <p:nvSpPr>
          <p:cNvPr id="41" name="Shape 41"/>
          <p:cNvSpPr>
            <a:spLocks noGrp="1"/>
          </p:cNvSpPr>
          <p:nvPr>
            <p:ph type="sldNum" sz="quarter" idx="2"/>
          </p:nvPr>
        </p:nvSpPr>
        <p:spPr>
          <a:prstGeom prst="rect">
            <a:avLst/>
          </a:prstGeom>
        </p:spPr>
        <p:txBody>
          <a:bodyPr/>
          <a:lstStyle/>
          <a:p>
            <a:pPr lvl="0"/>
            <a:fld id="{86CB4B4D-7CA3-9044-876B-883B54F8677D}" type="slidenum">
              <a:rPr/>
              <a:pPr lvl="0"/>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ol vertical i text">
    <p:spTree>
      <p:nvGrpSpPr>
        <p:cNvPr id="1" name=""/>
        <p:cNvGrpSpPr/>
        <p:nvPr/>
      </p:nvGrpSpPr>
      <p:grpSpPr>
        <a:xfrm>
          <a:off x="0" y="0"/>
          <a:ext cx="0" cy="0"/>
          <a:chOff x="0" y="0"/>
          <a:chExt cx="0" cy="0"/>
        </a:xfrm>
      </p:grpSpPr>
      <p:sp>
        <p:nvSpPr>
          <p:cNvPr id="43" name="Shape 43"/>
          <p:cNvSpPr>
            <a:spLocks noGrp="1"/>
          </p:cNvSpPr>
          <p:nvPr>
            <p:ph type="title"/>
          </p:nvPr>
        </p:nvSpPr>
        <p:spPr>
          <a:xfrm>
            <a:off x="7181850" y="0"/>
            <a:ext cx="2228850" cy="6400804"/>
          </a:xfrm>
          <a:prstGeom prst="rect">
            <a:avLst/>
          </a:prstGeom>
        </p:spPr>
        <p:txBody>
          <a:bodyPr/>
          <a:lstStyle/>
          <a:p>
            <a:pPr lvl="0">
              <a:defRPr sz="1800"/>
            </a:pPr>
            <a:r>
              <a:rPr sz="4400"/>
              <a:t>Feu clic aquí per editar l'estil</a:t>
            </a:r>
          </a:p>
        </p:txBody>
      </p:sp>
      <p:sp>
        <p:nvSpPr>
          <p:cNvPr id="44" name="Shape 44"/>
          <p:cNvSpPr>
            <a:spLocks noGrp="1"/>
          </p:cNvSpPr>
          <p:nvPr>
            <p:ph type="body" idx="1"/>
          </p:nvPr>
        </p:nvSpPr>
        <p:spPr>
          <a:xfrm>
            <a:off x="495300" y="274639"/>
            <a:ext cx="6521450" cy="6583361"/>
          </a:xfrm>
          <a:prstGeom prst="rect">
            <a:avLst/>
          </a:prstGeom>
        </p:spPr>
        <p:txBody>
          <a:bodyPr/>
          <a:lstStyle/>
          <a:p>
            <a:pPr lvl="0">
              <a:defRPr sz="1800"/>
            </a:pPr>
            <a:r>
              <a:rPr sz="3200"/>
              <a:t>Feu clic aquí per editar els estils de text</a:t>
            </a:r>
          </a:p>
          <a:p>
            <a:pPr lvl="1">
              <a:defRPr sz="1800"/>
            </a:pPr>
            <a:r>
              <a:rPr sz="3200"/>
              <a:t>Segon nivell</a:t>
            </a:r>
          </a:p>
          <a:p>
            <a:pPr lvl="2">
              <a:defRPr sz="1800"/>
            </a:pPr>
            <a:r>
              <a:rPr sz="3200"/>
              <a:t>Tercer nivell</a:t>
            </a:r>
          </a:p>
          <a:p>
            <a:pPr lvl="3">
              <a:defRPr sz="1800"/>
            </a:pPr>
            <a:r>
              <a:rPr sz="3200"/>
              <a:t>Quart nivell</a:t>
            </a:r>
          </a:p>
          <a:p>
            <a:pPr lvl="4">
              <a:defRPr sz="1800"/>
            </a:pPr>
            <a:r>
              <a:rPr sz="3200"/>
              <a:t>Cinquè nivell</a:t>
            </a:r>
          </a:p>
        </p:txBody>
      </p:sp>
      <p:sp>
        <p:nvSpPr>
          <p:cNvPr id="45" name="Shape 45"/>
          <p:cNvSpPr>
            <a:spLocks noGrp="1"/>
          </p:cNvSpPr>
          <p:nvPr>
            <p:ph type="sldNum" sz="quarter" idx="2"/>
          </p:nvPr>
        </p:nvSpPr>
        <p:spPr>
          <a:prstGeom prst="rect">
            <a:avLst/>
          </a:prstGeom>
        </p:spPr>
        <p:txBody>
          <a:bodyPr/>
          <a:lstStyle/>
          <a:p>
            <a:pPr lvl="0"/>
            <a:fld id="{86CB4B4D-7CA3-9044-876B-883B54F8677D}" type="slidenum">
              <a:rPr/>
              <a:pPr lvl="0"/>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2"/>
          <p:cNvSpPr>
            <a:spLocks noGrp="1"/>
          </p:cNvSpPr>
          <p:nvPr>
            <p:ph type="title"/>
          </p:nvPr>
        </p:nvSpPr>
        <p:spPr>
          <a:xfrm>
            <a:off x="495300" y="92076"/>
            <a:ext cx="8915400" cy="1508125"/>
          </a:xfrm>
          <a:prstGeom prst="rect">
            <a:avLst/>
          </a:prstGeom>
          <a:ln w="12700">
            <a:miter lim="400000"/>
          </a:ln>
          <a:extLst>
            <a:ext uri="{C572A759-6A51-4108-AA02-DFA0A04FC94B}">
              <ma14:wrappingTextBoxFlag xmlns="" xmlns:ma14="http://schemas.microsoft.com/office/mac/drawingml/2011/main" xmlns:mv="urn:schemas-microsoft-com:mac:vml" xmlns:mc="http://schemas.openxmlformats.org/markup-compatibility/2006" val="1"/>
            </a:ext>
          </a:extLst>
        </p:spPr>
        <p:txBody>
          <a:bodyPr lIns="45719" rIns="45719" anchor="ctr"/>
          <a:lstStyle/>
          <a:p>
            <a:pPr lvl="0">
              <a:defRPr sz="1800"/>
            </a:pPr>
            <a:r>
              <a:rPr sz="4400"/>
              <a:t>Feu clic aquí per editar l'estil</a:t>
            </a:r>
          </a:p>
        </p:txBody>
      </p:sp>
      <p:sp>
        <p:nvSpPr>
          <p:cNvPr id="3" name="Shape 3"/>
          <p:cNvSpPr>
            <a:spLocks noGrp="1"/>
          </p:cNvSpPr>
          <p:nvPr>
            <p:ph type="body" idx="1"/>
          </p:nvPr>
        </p:nvSpPr>
        <p:spPr>
          <a:xfrm>
            <a:off x="495300" y="1600200"/>
            <a:ext cx="8915400" cy="5257800"/>
          </a:xfrm>
          <a:prstGeom prst="rect">
            <a:avLst/>
          </a:prstGeom>
          <a:ln w="12700">
            <a:miter lim="400000"/>
          </a:ln>
          <a:extLst>
            <a:ext uri="{C572A759-6A51-4108-AA02-DFA0A04FC94B}">
              <ma14:wrappingTextBoxFlag xmlns="" xmlns:ma14="http://schemas.microsoft.com/office/mac/drawingml/2011/main" xmlns:mv="urn:schemas-microsoft-com:mac:vml" xmlns:mc="http://schemas.openxmlformats.org/markup-compatibility/2006" val="1"/>
            </a:ext>
          </a:extLst>
        </p:spPr>
        <p:txBody>
          <a:bodyPr lIns="45719" rIns="45719"/>
          <a:lstStyle/>
          <a:p>
            <a:pPr lvl="0">
              <a:defRPr sz="1800"/>
            </a:pPr>
            <a:r>
              <a:rPr sz="3200"/>
              <a:t>Feu clic aquí per editar els estils de text</a:t>
            </a:r>
          </a:p>
          <a:p>
            <a:pPr lvl="1">
              <a:defRPr sz="1800"/>
            </a:pPr>
            <a:r>
              <a:rPr sz="3200"/>
              <a:t>Segon nivell</a:t>
            </a:r>
          </a:p>
          <a:p>
            <a:pPr lvl="2">
              <a:defRPr sz="1800"/>
            </a:pPr>
            <a:r>
              <a:rPr sz="3200"/>
              <a:t>Tercer nivell</a:t>
            </a:r>
          </a:p>
          <a:p>
            <a:pPr lvl="3">
              <a:defRPr sz="1800"/>
            </a:pPr>
            <a:r>
              <a:rPr sz="3200"/>
              <a:t>Quart nivell</a:t>
            </a:r>
          </a:p>
          <a:p>
            <a:pPr lvl="4">
              <a:defRPr sz="1800"/>
            </a:pPr>
            <a:r>
              <a:rPr sz="3200"/>
              <a:t>Cinquè nivell</a:t>
            </a:r>
          </a:p>
        </p:txBody>
      </p:sp>
      <p:sp>
        <p:nvSpPr>
          <p:cNvPr id="4" name="Shape 4"/>
          <p:cNvSpPr>
            <a:spLocks noGrp="1"/>
          </p:cNvSpPr>
          <p:nvPr>
            <p:ph type="sldNum" sz="quarter" idx="2"/>
          </p:nvPr>
        </p:nvSpPr>
        <p:spPr>
          <a:xfrm>
            <a:off x="7099300" y="6404292"/>
            <a:ext cx="2311400" cy="269241"/>
          </a:xfrm>
          <a:prstGeom prst="rect">
            <a:avLst/>
          </a:prstGeom>
          <a:ln w="12700">
            <a:miter lim="400000"/>
          </a:ln>
        </p:spPr>
        <p:txBody>
          <a:bodyPr lIns="45719" rIns="45719" anchor="ctr">
            <a:spAutoFit/>
          </a:bodyPr>
          <a:lstStyle>
            <a:lvl1pPr algn="r">
              <a:defRPr sz="1200">
                <a:solidFill>
                  <a:srgbClr val="898989"/>
                </a:solidFill>
              </a:defRPr>
            </a:lvl1pPr>
          </a:lstStyle>
          <a:p>
            <a:pPr lvl="0"/>
            <a:fld id="{86CB4B4D-7CA3-9044-876B-883B54F8677D}" type="slidenum">
              <a:rPr/>
              <a:pPr lvl="0"/>
              <a:t>‹Nº›</a:t>
            </a:fld>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Lst>
  <p:transition spd="med"/>
  <p:hf hdr="0" ftr="0" dt="0"/>
  <p:txStyles>
    <p:titleStyle>
      <a:lvl1pPr algn="ctr">
        <a:defRPr sz="4400">
          <a:latin typeface="Calibri"/>
          <a:ea typeface="Calibri"/>
          <a:cs typeface="Calibri"/>
          <a:sym typeface="Calibri"/>
        </a:defRPr>
      </a:lvl1pPr>
      <a:lvl2pPr algn="ctr">
        <a:defRPr sz="4400">
          <a:latin typeface="Calibri"/>
          <a:ea typeface="Calibri"/>
          <a:cs typeface="Calibri"/>
          <a:sym typeface="Calibri"/>
        </a:defRPr>
      </a:lvl2pPr>
      <a:lvl3pPr algn="ctr">
        <a:defRPr sz="4400">
          <a:latin typeface="Calibri"/>
          <a:ea typeface="Calibri"/>
          <a:cs typeface="Calibri"/>
          <a:sym typeface="Calibri"/>
        </a:defRPr>
      </a:lvl3pPr>
      <a:lvl4pPr algn="ctr">
        <a:defRPr sz="4400">
          <a:latin typeface="Calibri"/>
          <a:ea typeface="Calibri"/>
          <a:cs typeface="Calibri"/>
          <a:sym typeface="Calibri"/>
        </a:defRPr>
      </a:lvl4pPr>
      <a:lvl5pPr algn="ctr">
        <a:defRPr sz="4400">
          <a:latin typeface="Calibri"/>
          <a:ea typeface="Calibri"/>
          <a:cs typeface="Calibri"/>
          <a:sym typeface="Calibri"/>
        </a:defRPr>
      </a:lvl5pPr>
      <a:lvl6pPr indent="457200" algn="ctr">
        <a:defRPr sz="4400">
          <a:latin typeface="Calibri"/>
          <a:ea typeface="Calibri"/>
          <a:cs typeface="Calibri"/>
          <a:sym typeface="Calibri"/>
        </a:defRPr>
      </a:lvl6pPr>
      <a:lvl7pPr indent="914400" algn="ctr">
        <a:defRPr sz="4400">
          <a:latin typeface="Calibri"/>
          <a:ea typeface="Calibri"/>
          <a:cs typeface="Calibri"/>
          <a:sym typeface="Calibri"/>
        </a:defRPr>
      </a:lvl7pPr>
      <a:lvl8pPr indent="1371600" algn="ctr">
        <a:defRPr sz="4400">
          <a:latin typeface="Calibri"/>
          <a:ea typeface="Calibri"/>
          <a:cs typeface="Calibri"/>
          <a:sym typeface="Calibri"/>
        </a:defRPr>
      </a:lvl8pPr>
      <a:lvl9pPr indent="1828800" algn="ctr">
        <a:defRPr sz="4400">
          <a:latin typeface="Calibri"/>
          <a:ea typeface="Calibri"/>
          <a:cs typeface="Calibri"/>
          <a:sym typeface="Calibri"/>
        </a:defRPr>
      </a:lvl9pPr>
    </p:titleStyle>
    <p:bodyStyle>
      <a:lvl1pPr marL="342900" indent="-342900">
        <a:spcBef>
          <a:spcPts val="700"/>
        </a:spcBef>
        <a:buSzPct val="100000"/>
        <a:buFont typeface="Arial"/>
        <a:buChar char="•"/>
        <a:defRPr sz="3200">
          <a:latin typeface="Calibri"/>
          <a:ea typeface="Calibri"/>
          <a:cs typeface="Calibri"/>
          <a:sym typeface="Calibri"/>
        </a:defRPr>
      </a:lvl1pPr>
      <a:lvl2pPr marL="783771" indent="-326571">
        <a:spcBef>
          <a:spcPts val="700"/>
        </a:spcBef>
        <a:buSzPct val="100000"/>
        <a:buFont typeface="Arial"/>
        <a:buChar char="–"/>
        <a:defRPr sz="3200">
          <a:latin typeface="Calibri"/>
          <a:ea typeface="Calibri"/>
          <a:cs typeface="Calibri"/>
          <a:sym typeface="Calibri"/>
        </a:defRPr>
      </a:lvl2pPr>
      <a:lvl3pPr marL="1219200" indent="-304800">
        <a:spcBef>
          <a:spcPts val="700"/>
        </a:spcBef>
        <a:buSzPct val="100000"/>
        <a:buFont typeface="Arial"/>
        <a:buChar char="•"/>
        <a:defRPr sz="3200">
          <a:latin typeface="Calibri"/>
          <a:ea typeface="Calibri"/>
          <a:cs typeface="Calibri"/>
          <a:sym typeface="Calibri"/>
        </a:defRPr>
      </a:lvl3pPr>
      <a:lvl4pPr marL="1737360" indent="-365760">
        <a:spcBef>
          <a:spcPts val="700"/>
        </a:spcBef>
        <a:buSzPct val="100000"/>
        <a:buFont typeface="Arial"/>
        <a:buChar char="–"/>
        <a:defRPr sz="3200">
          <a:latin typeface="Calibri"/>
          <a:ea typeface="Calibri"/>
          <a:cs typeface="Calibri"/>
          <a:sym typeface="Calibri"/>
        </a:defRPr>
      </a:lvl4pPr>
      <a:lvl5pPr marL="2194560" indent="-365760">
        <a:spcBef>
          <a:spcPts val="700"/>
        </a:spcBef>
        <a:buSzPct val="100000"/>
        <a:buFont typeface="Arial"/>
        <a:buChar char="»"/>
        <a:defRPr sz="3200">
          <a:latin typeface="Calibri"/>
          <a:ea typeface="Calibri"/>
          <a:cs typeface="Calibri"/>
          <a:sym typeface="Calibri"/>
        </a:defRPr>
      </a:lvl5pPr>
      <a:lvl6pPr marL="2651760" indent="-365760">
        <a:spcBef>
          <a:spcPts val="700"/>
        </a:spcBef>
        <a:buSzPct val="100000"/>
        <a:buFont typeface="Arial"/>
        <a:buChar char="•"/>
        <a:defRPr sz="3200">
          <a:latin typeface="Calibri"/>
          <a:ea typeface="Calibri"/>
          <a:cs typeface="Calibri"/>
          <a:sym typeface="Calibri"/>
        </a:defRPr>
      </a:lvl6pPr>
      <a:lvl7pPr marL="3108960" indent="-365760">
        <a:spcBef>
          <a:spcPts val="700"/>
        </a:spcBef>
        <a:buSzPct val="100000"/>
        <a:buFont typeface="Arial"/>
        <a:buChar char="•"/>
        <a:defRPr sz="3200">
          <a:latin typeface="Calibri"/>
          <a:ea typeface="Calibri"/>
          <a:cs typeface="Calibri"/>
          <a:sym typeface="Calibri"/>
        </a:defRPr>
      </a:lvl7pPr>
      <a:lvl8pPr marL="3566159" indent="-365759">
        <a:spcBef>
          <a:spcPts val="700"/>
        </a:spcBef>
        <a:buSzPct val="100000"/>
        <a:buFont typeface="Arial"/>
        <a:buChar char="•"/>
        <a:defRPr sz="3200">
          <a:latin typeface="Calibri"/>
          <a:ea typeface="Calibri"/>
          <a:cs typeface="Calibri"/>
          <a:sym typeface="Calibri"/>
        </a:defRPr>
      </a:lvl8pPr>
      <a:lvl9pPr marL="4023359" indent="-365759">
        <a:spcBef>
          <a:spcPts val="700"/>
        </a:spcBef>
        <a:buSzPct val="100000"/>
        <a:buFont typeface="Arial"/>
        <a:buChar char="•"/>
        <a:defRPr sz="3200">
          <a:latin typeface="Calibri"/>
          <a:ea typeface="Calibri"/>
          <a:cs typeface="Calibri"/>
          <a:sym typeface="Calibri"/>
        </a:defRPr>
      </a:lvl9pPr>
    </p:bodyStyle>
    <p:otherStyle>
      <a:lvl1pPr algn="r">
        <a:defRPr sz="1200">
          <a:solidFill>
            <a:schemeClr val="tx1"/>
          </a:solidFill>
          <a:latin typeface="+mn-lt"/>
          <a:ea typeface="+mn-ea"/>
          <a:cs typeface="+mn-cs"/>
          <a:sym typeface="Calibri"/>
        </a:defRPr>
      </a:lvl1pPr>
      <a:lvl2pPr indent="457200" algn="r">
        <a:defRPr sz="1200">
          <a:solidFill>
            <a:schemeClr val="tx1"/>
          </a:solidFill>
          <a:latin typeface="+mn-lt"/>
          <a:ea typeface="+mn-ea"/>
          <a:cs typeface="+mn-cs"/>
          <a:sym typeface="Calibri"/>
        </a:defRPr>
      </a:lvl2pPr>
      <a:lvl3pPr indent="914400" algn="r">
        <a:defRPr sz="1200">
          <a:solidFill>
            <a:schemeClr val="tx1"/>
          </a:solidFill>
          <a:latin typeface="+mn-lt"/>
          <a:ea typeface="+mn-ea"/>
          <a:cs typeface="+mn-cs"/>
          <a:sym typeface="Calibri"/>
        </a:defRPr>
      </a:lvl3pPr>
      <a:lvl4pPr indent="1371600" algn="r">
        <a:defRPr sz="1200">
          <a:solidFill>
            <a:schemeClr val="tx1"/>
          </a:solidFill>
          <a:latin typeface="+mn-lt"/>
          <a:ea typeface="+mn-ea"/>
          <a:cs typeface="+mn-cs"/>
          <a:sym typeface="Calibri"/>
        </a:defRPr>
      </a:lvl4pPr>
      <a:lvl5pPr indent="1828800" algn="r">
        <a:defRPr sz="1200">
          <a:solidFill>
            <a:schemeClr val="tx1"/>
          </a:solidFill>
          <a:latin typeface="+mn-lt"/>
          <a:ea typeface="+mn-ea"/>
          <a:cs typeface="+mn-cs"/>
          <a:sym typeface="Calibri"/>
        </a:defRPr>
      </a:lvl5pPr>
      <a:lvl6pPr indent="2286000" algn="r">
        <a:defRPr sz="1200">
          <a:solidFill>
            <a:schemeClr val="tx1"/>
          </a:solidFill>
          <a:latin typeface="+mn-lt"/>
          <a:ea typeface="+mn-ea"/>
          <a:cs typeface="+mn-cs"/>
          <a:sym typeface="Calibri"/>
        </a:defRPr>
      </a:lvl6pPr>
      <a:lvl7pPr indent="2743200" algn="r">
        <a:defRPr sz="1200">
          <a:solidFill>
            <a:schemeClr val="tx1"/>
          </a:solidFill>
          <a:latin typeface="+mn-lt"/>
          <a:ea typeface="+mn-ea"/>
          <a:cs typeface="+mn-cs"/>
          <a:sym typeface="Calibri"/>
        </a:defRPr>
      </a:lvl7pPr>
      <a:lvl8pPr indent="3200400" algn="r">
        <a:defRPr sz="1200">
          <a:solidFill>
            <a:schemeClr val="tx1"/>
          </a:solidFill>
          <a:latin typeface="+mn-lt"/>
          <a:ea typeface="+mn-ea"/>
          <a:cs typeface="+mn-cs"/>
          <a:sym typeface="Calibri"/>
        </a:defRPr>
      </a:lvl8pPr>
      <a:lvl9pPr indent="3657600" algn="r">
        <a:defRPr sz="1200">
          <a:solidFill>
            <a:schemeClr val="tx1"/>
          </a:solidFill>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epitchart@motoclubimpala.com" TargetMode="External"/><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hyperlink" Target="mailto:aferrete@calblay.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Rectángulo"/>
          <p:cNvSpPr>
            <a:spLocks/>
          </p:cNvSpPr>
          <p:nvPr/>
        </p:nvSpPr>
        <p:spPr>
          <a:xfrm>
            <a:off x="-5091" y="0"/>
            <a:ext cx="3287032" cy="6858000"/>
          </a:xfrm>
          <a:prstGeom prst="rect">
            <a:avLst/>
          </a:prstGeom>
          <a:solidFill>
            <a:schemeClr val="tx2">
              <a:lumMod val="20000"/>
              <a:lumOff val="80000"/>
            </a:schemeClr>
          </a:solidFill>
          <a:ln w="25400" cap="flat">
            <a:no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noProof="0" dirty="0">
              <a:ln>
                <a:noFill/>
              </a:ln>
              <a:solidFill>
                <a:srgbClr val="000000"/>
              </a:solidFill>
              <a:effectLst/>
              <a:uFillTx/>
              <a:latin typeface="Calibri"/>
              <a:ea typeface="Calibri"/>
              <a:cs typeface="Calibri"/>
              <a:sym typeface="Calibri"/>
            </a:endParaRPr>
          </a:p>
        </p:txBody>
      </p:sp>
      <p:sp>
        <p:nvSpPr>
          <p:cNvPr id="51" name="Shape 51"/>
          <p:cNvSpPr/>
          <p:nvPr/>
        </p:nvSpPr>
        <p:spPr>
          <a:xfrm>
            <a:off x="3574222" y="1825264"/>
            <a:ext cx="6140095" cy="3655168"/>
          </a:xfrm>
          <a:prstGeom prst="rect">
            <a:avLst/>
          </a:prstGeom>
          <a:noFill/>
          <a:ln w="12700" cap="flat">
            <a:noFill/>
            <a:miter lim="400000"/>
          </a:ln>
          <a:effectLst/>
          <a:extLst>
            <a:ext uri="{C572A759-6A51-4108-AA02-DFA0A04FC94B}">
              <ma14:wrappingTextBoxFlag xmlns="" xmlns:ma14="http://schemas.microsoft.com/office/mac/drawingml/2011/main" xmlns:mv="urn:schemas-microsoft-com:mac:vml" xmlns:mc="http://schemas.openxmlformats.org/markup-compatibility/2006" val="1"/>
            </a:ext>
          </a:extLst>
        </p:spPr>
        <p:txBody>
          <a:bodyPr wrap="square" lIns="0" tIns="0" rIns="0" bIns="0" numCol="1" anchor="t">
            <a:spAutoFit/>
          </a:bodyPr>
          <a:lstStyle/>
          <a:p>
            <a:pPr marL="314954" lvl="0" indent="-314954" defTabSz="736350">
              <a:spcBef>
                <a:spcPts val="400"/>
              </a:spcBef>
            </a:pPr>
            <a:r>
              <a:rPr lang="ca-ES" sz="900" noProof="0" dirty="0">
                <a:latin typeface="Arial" panose="020B0604020202020204" pitchFamily="34" charset="0"/>
                <a:ea typeface="Calibri" panose="020F0502020204030204" pitchFamily="34" charset="0"/>
                <a:cs typeface="Arial" panose="020B0604020202020204" pitchFamily="34" charset="0"/>
              </a:rPr>
              <a:t>Encarrega el SERVEI DE CÀTERING a la mercantil CÀTERING CAL BLAY SLU, amb domicili al C / Josep </a:t>
            </a:r>
          </a:p>
          <a:p>
            <a:pPr marL="314954" lvl="0" indent="-314954" defTabSz="736350">
              <a:spcBef>
                <a:spcPts val="400"/>
              </a:spcBef>
            </a:pPr>
            <a:r>
              <a:rPr lang="ca-ES" sz="900" noProof="0" dirty="0">
                <a:latin typeface="Arial" panose="020B0604020202020204" pitchFamily="34" charset="0"/>
                <a:ea typeface="Calibri" panose="020F0502020204030204" pitchFamily="34" charset="0"/>
                <a:cs typeface="Arial" panose="020B0604020202020204" pitchFamily="34" charset="0"/>
              </a:rPr>
              <a:t>Rovira 27, 08770 Sant Sadurní d’Anoia i CIF B-63020168. Segons les condicions que a continuació es detallen:</a:t>
            </a:r>
            <a:endParaRPr lang="ca-ES" sz="1600" noProof="0" dirty="0">
              <a:solidFill>
                <a:srgbClr val="FFFFFF"/>
              </a:solidFill>
              <a:latin typeface="Arial" panose="020B0604020202020204" pitchFamily="34" charset="0"/>
              <a:ea typeface="Calibri" panose="020F0502020204030204" pitchFamily="34" charset="0"/>
              <a:cs typeface="Arial" panose="020B0604020202020204" pitchFamily="34" charset="0"/>
            </a:endParaRPr>
          </a:p>
          <a:p>
            <a:pPr marL="314954" lvl="0" indent="-314954" algn="just" defTabSz="736350">
              <a:lnSpc>
                <a:spcPct val="150000"/>
              </a:lnSpc>
            </a:pPr>
            <a:endParaRPr lang="ca-ES" sz="300" b="1" noProof="0" dirty="0">
              <a:solidFill>
                <a:srgbClr val="FFFFFF"/>
              </a:solidFill>
              <a:latin typeface="Arial" panose="020B0604020202020204" pitchFamily="34" charset="0"/>
              <a:ea typeface="Calibri" panose="020F0502020204030204" pitchFamily="34" charset="0"/>
              <a:cs typeface="Arial" panose="020B0604020202020204" pitchFamily="34" charset="0"/>
            </a:endParaRPr>
          </a:p>
          <a:p>
            <a:pPr marL="314954" lvl="0" indent="-314954" defTabSz="736350">
              <a:lnSpc>
                <a:spcPts val="1300"/>
              </a:lnSpc>
              <a:spcBef>
                <a:spcPts val="400"/>
              </a:spcBef>
            </a:pPr>
            <a:r>
              <a:rPr lang="ca-ES" sz="1000" b="1" noProof="0" dirty="0">
                <a:latin typeface="Arial" panose="020B0604020202020204" pitchFamily="34" charset="0"/>
                <a:ea typeface="Calibri" panose="020F0502020204030204" pitchFamily="34" charset="0"/>
                <a:cs typeface="Arial" panose="020B0604020202020204" pitchFamily="34" charset="0"/>
              </a:rPr>
              <a:t>DATA del servei:  DISSABTE 30 MAIG 2026</a:t>
            </a:r>
          </a:p>
          <a:p>
            <a:pPr marL="314954" lvl="0" indent="-314954" defTabSz="736350">
              <a:lnSpc>
                <a:spcPts val="1300"/>
              </a:lnSpc>
              <a:spcBef>
                <a:spcPts val="400"/>
              </a:spcBef>
            </a:pPr>
            <a:r>
              <a:rPr lang="ca-ES" sz="1000" b="1" noProof="0" dirty="0">
                <a:solidFill>
                  <a:schemeClr val="tx1"/>
                </a:solidFill>
                <a:latin typeface="Arial" panose="020B0604020202020204" pitchFamily="34" charset="0"/>
                <a:ea typeface="Calibri" panose="020F0502020204030204" pitchFamily="34" charset="0"/>
                <a:cs typeface="Arial" panose="020B0604020202020204" pitchFamily="34" charset="0"/>
              </a:rPr>
              <a:t>Adreça de l’ESPAI: VILAR DE LA DUQUESSA CARDONA</a:t>
            </a:r>
          </a:p>
          <a:p>
            <a:pPr marL="314954" lvl="0" indent="-314954" defTabSz="736350">
              <a:lnSpc>
                <a:spcPts val="1300"/>
              </a:lnSpc>
              <a:spcBef>
                <a:spcPts val="400"/>
              </a:spcBef>
            </a:pPr>
            <a:r>
              <a:rPr lang="ca-ES" sz="1000" b="1" noProof="0" dirty="0">
                <a:latin typeface="Arial" panose="020B0604020202020204" pitchFamily="34" charset="0"/>
                <a:ea typeface="Calibri" panose="020F0502020204030204" pitchFamily="34" charset="0"/>
                <a:cs typeface="Arial" panose="020B0604020202020204" pitchFamily="34" charset="0"/>
              </a:rPr>
              <a:t>SERVEI: COFFEE + BANQUET</a:t>
            </a:r>
          </a:p>
          <a:p>
            <a:pPr marL="314954" lvl="0" indent="-314954" defTabSz="736350">
              <a:lnSpc>
                <a:spcPts val="1300"/>
              </a:lnSpc>
              <a:spcBef>
                <a:spcPts val="400"/>
              </a:spcBef>
            </a:pPr>
            <a:r>
              <a:rPr lang="ca-ES" sz="1000" b="1" noProof="0" dirty="0">
                <a:latin typeface="Arial" panose="020B0604020202020204" pitchFamily="34" charset="0"/>
                <a:ea typeface="Calibri" panose="020F0502020204030204" pitchFamily="34" charset="0"/>
                <a:cs typeface="Arial" panose="020B0604020202020204" pitchFamily="34" charset="0"/>
              </a:rPr>
              <a:t>PAX: </a:t>
            </a:r>
            <a:r>
              <a:rPr lang="ca-ES" sz="1000" b="1" noProof="0" dirty="0">
                <a:solidFill>
                  <a:srgbClr val="FF0000"/>
                </a:solidFill>
                <a:latin typeface="Arial" panose="020B0604020202020204" pitchFamily="34" charset="0"/>
                <a:ea typeface="Calibri" panose="020F0502020204030204" pitchFamily="34" charset="0"/>
                <a:cs typeface="Arial" panose="020B0604020202020204" pitchFamily="34" charset="0"/>
              </a:rPr>
              <a:t>447</a:t>
            </a:r>
          </a:p>
          <a:p>
            <a:pPr marL="314954" lvl="0" indent="-314954" defTabSz="736350">
              <a:lnSpc>
                <a:spcPts val="1300"/>
              </a:lnSpc>
              <a:spcBef>
                <a:spcPts val="400"/>
              </a:spcBef>
            </a:pPr>
            <a:endParaRPr lang="ca-ES" sz="1000" b="1" noProof="0" dirty="0">
              <a:latin typeface="Arial" panose="020B0604020202020204" pitchFamily="34" charset="0"/>
              <a:ea typeface="Calibri" panose="020F0502020204030204" pitchFamily="34" charset="0"/>
              <a:cs typeface="Arial" panose="020B0604020202020204" pitchFamily="34" charset="0"/>
            </a:endParaRPr>
          </a:p>
          <a:p>
            <a:pPr marL="314954" lvl="0" indent="-314954" defTabSz="736350">
              <a:lnSpc>
                <a:spcPts val="1300"/>
              </a:lnSpc>
              <a:spcBef>
                <a:spcPts val="400"/>
              </a:spcBef>
            </a:pPr>
            <a:r>
              <a:rPr lang="ca-ES" sz="1000" b="1" noProof="0" dirty="0">
                <a:latin typeface="Arial" panose="020B0604020202020204" pitchFamily="34" charset="0"/>
                <a:ea typeface="Calibri" panose="020F0502020204030204" pitchFamily="34" charset="0"/>
                <a:cs typeface="Arial" panose="020B0604020202020204" pitchFamily="34" charset="0"/>
              </a:rPr>
              <a:t>Timing previst:</a:t>
            </a:r>
            <a:r>
              <a:rPr lang="ca-ES" sz="1000" noProof="0" dirty="0">
                <a:solidFill>
                  <a:schemeClr val="tx1"/>
                </a:solidFill>
                <a:latin typeface="Arial" panose="020B0604020202020204" pitchFamily="34" charset="0"/>
                <a:ea typeface="Calibri" panose="020F0502020204030204" pitchFamily="34" charset="0"/>
                <a:cs typeface="Arial" panose="020B0604020202020204" pitchFamily="34" charset="0"/>
              </a:rPr>
              <a:t> </a:t>
            </a:r>
          </a:p>
          <a:p>
            <a:pPr marL="314954" lvl="0" indent="-314954" defTabSz="736350">
              <a:lnSpc>
                <a:spcPts val="1300"/>
              </a:lnSpc>
              <a:spcBef>
                <a:spcPts val="400"/>
              </a:spcBef>
            </a:pPr>
            <a:r>
              <a:rPr lang="ca-ES" sz="1000" noProof="0" dirty="0">
                <a:solidFill>
                  <a:schemeClr val="tx1"/>
                </a:solidFill>
                <a:latin typeface="Arial" panose="020B0604020202020204" pitchFamily="34" charset="0"/>
                <a:ea typeface="Calibri" panose="020F0502020204030204" pitchFamily="34" charset="0"/>
                <a:cs typeface="Arial" panose="020B0604020202020204" pitchFamily="34" charset="0"/>
              </a:rPr>
              <a:t>06.00h – Arribada de Cal Blay a l’espai de l’esdeveniment</a:t>
            </a:r>
          </a:p>
          <a:p>
            <a:pPr marL="314954" lvl="0" indent="-314954" defTabSz="736350">
              <a:lnSpc>
                <a:spcPts val="1300"/>
              </a:lnSpc>
              <a:spcBef>
                <a:spcPts val="400"/>
              </a:spcBef>
            </a:pPr>
            <a:r>
              <a:rPr lang="ca-ES" sz="1000" dirty="0">
                <a:solidFill>
                  <a:schemeClr val="tx1"/>
                </a:solidFill>
                <a:latin typeface="Arial" panose="020B0604020202020204" pitchFamily="34" charset="0"/>
                <a:ea typeface="Calibri" panose="020F0502020204030204" pitchFamily="34" charset="0"/>
                <a:cs typeface="Arial" panose="020B0604020202020204" pitchFamily="34" charset="0"/>
              </a:rPr>
              <a:t>07:00h – Inici esmorzar a la pèrgola</a:t>
            </a:r>
          </a:p>
          <a:p>
            <a:pPr marL="314954" lvl="0" indent="-314954" defTabSz="736350">
              <a:lnSpc>
                <a:spcPts val="1300"/>
              </a:lnSpc>
              <a:spcBef>
                <a:spcPts val="400"/>
              </a:spcBef>
            </a:pPr>
            <a:r>
              <a:rPr lang="ca-ES" sz="1000" noProof="0" dirty="0">
                <a:solidFill>
                  <a:schemeClr val="tx1"/>
                </a:solidFill>
                <a:latin typeface="Arial" panose="020B0604020202020204" pitchFamily="34" charset="0"/>
                <a:ea typeface="Calibri" panose="020F0502020204030204" pitchFamily="34" charset="0"/>
                <a:cs typeface="Arial" panose="020B0604020202020204" pitchFamily="34" charset="0"/>
              </a:rPr>
              <a:t>09:00h – Clients marxen a fer ruta amb les motos de 5 hores</a:t>
            </a:r>
          </a:p>
          <a:p>
            <a:pPr marL="314954" lvl="0" indent="-314954" defTabSz="736350">
              <a:lnSpc>
                <a:spcPts val="1300"/>
              </a:lnSpc>
              <a:spcBef>
                <a:spcPts val="400"/>
              </a:spcBef>
            </a:pPr>
            <a:r>
              <a:rPr lang="ca-ES" sz="1000" dirty="0">
                <a:solidFill>
                  <a:schemeClr val="tx1"/>
                </a:solidFill>
                <a:latin typeface="Arial" panose="020B0604020202020204" pitchFamily="34" charset="0"/>
                <a:ea typeface="Calibri" panose="020F0502020204030204" pitchFamily="34" charset="0"/>
                <a:cs typeface="Arial" panose="020B0604020202020204" pitchFamily="34" charset="0"/>
              </a:rPr>
              <a:t>09:30h – Muntatge Cal Blay banquet a la pèrgola</a:t>
            </a:r>
          </a:p>
          <a:p>
            <a:pPr marL="314954" lvl="0" indent="-314954" defTabSz="736350">
              <a:lnSpc>
                <a:spcPts val="1300"/>
              </a:lnSpc>
              <a:spcBef>
                <a:spcPts val="400"/>
              </a:spcBef>
            </a:pPr>
            <a:r>
              <a:rPr lang="ca-ES" sz="1000" noProof="0" dirty="0">
                <a:solidFill>
                  <a:schemeClr val="tx1"/>
                </a:solidFill>
                <a:latin typeface="Arial" panose="020B0604020202020204" pitchFamily="34" charset="0"/>
                <a:ea typeface="Calibri" panose="020F0502020204030204" pitchFamily="34" charset="0"/>
                <a:cs typeface="Arial" panose="020B0604020202020204" pitchFamily="34" charset="0"/>
              </a:rPr>
              <a:t>14:00h – Arribada clients</a:t>
            </a:r>
          </a:p>
          <a:p>
            <a:pPr marL="314954" lvl="0" indent="-314954" defTabSz="736350">
              <a:lnSpc>
                <a:spcPts val="1300"/>
              </a:lnSpc>
              <a:spcBef>
                <a:spcPts val="400"/>
              </a:spcBef>
            </a:pPr>
            <a:r>
              <a:rPr lang="ca-ES" sz="1000" dirty="0">
                <a:solidFill>
                  <a:schemeClr val="tx1"/>
                </a:solidFill>
                <a:latin typeface="Arial" panose="020B0604020202020204" pitchFamily="34" charset="0"/>
                <a:ea typeface="Calibri" panose="020F0502020204030204" pitchFamily="34" charset="0"/>
                <a:cs typeface="Arial" panose="020B0604020202020204" pitchFamily="34" charset="0"/>
              </a:rPr>
              <a:t>14:30h – </a:t>
            </a:r>
            <a:r>
              <a:rPr lang="ca-ES" sz="1000" dirty="0" err="1">
                <a:solidFill>
                  <a:schemeClr val="tx1"/>
                </a:solidFill>
                <a:latin typeface="Arial" panose="020B0604020202020204" pitchFamily="34" charset="0"/>
                <a:ea typeface="Calibri" panose="020F0502020204030204" pitchFamily="34" charset="0"/>
                <a:cs typeface="Arial" panose="020B0604020202020204" pitchFamily="34" charset="0"/>
              </a:rPr>
              <a:t>Welcome</a:t>
            </a:r>
            <a:endParaRPr lang="ca-ES" sz="10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marL="314954" lvl="0" indent="-314954" defTabSz="736350">
              <a:lnSpc>
                <a:spcPts val="1300"/>
              </a:lnSpc>
              <a:spcBef>
                <a:spcPts val="400"/>
              </a:spcBef>
            </a:pPr>
            <a:r>
              <a:rPr lang="ca-ES" sz="1000" noProof="0" dirty="0">
                <a:solidFill>
                  <a:schemeClr val="tx1"/>
                </a:solidFill>
                <a:latin typeface="Arial" panose="020B0604020202020204" pitchFamily="34" charset="0"/>
                <a:ea typeface="Calibri" panose="020F0502020204030204" pitchFamily="34" charset="0"/>
                <a:cs typeface="Arial" panose="020B0604020202020204" pitchFamily="34" charset="0"/>
              </a:rPr>
              <a:t>15:00</a:t>
            </a:r>
            <a:r>
              <a:rPr lang="ca-ES" sz="1000" dirty="0">
                <a:solidFill>
                  <a:schemeClr val="tx1"/>
                </a:solidFill>
                <a:latin typeface="Arial" panose="020B0604020202020204" pitchFamily="34" charset="0"/>
                <a:ea typeface="Calibri" panose="020F0502020204030204" pitchFamily="34" charset="0"/>
                <a:cs typeface="Arial" panose="020B0604020202020204" pitchFamily="34" charset="0"/>
              </a:rPr>
              <a:t>h – Inici banquet</a:t>
            </a:r>
          </a:p>
          <a:p>
            <a:pPr marL="314954" lvl="0" indent="-314954" defTabSz="736350">
              <a:lnSpc>
                <a:spcPts val="1300"/>
              </a:lnSpc>
              <a:spcBef>
                <a:spcPts val="400"/>
              </a:spcBef>
            </a:pPr>
            <a:r>
              <a:rPr lang="ca-ES" sz="1000" noProof="0" dirty="0">
                <a:solidFill>
                  <a:schemeClr val="tx1"/>
                </a:solidFill>
                <a:latin typeface="Arial" panose="020B0604020202020204" pitchFamily="34" charset="0"/>
                <a:ea typeface="Calibri" panose="020F0502020204030204" pitchFamily="34" charset="0"/>
                <a:cs typeface="Arial" panose="020B0604020202020204" pitchFamily="34" charset="0"/>
              </a:rPr>
              <a:t>17:00h - </a:t>
            </a:r>
            <a:r>
              <a:rPr lang="ca-ES" sz="1000" dirty="0">
                <a:solidFill>
                  <a:schemeClr val="tx1"/>
                </a:solidFill>
                <a:latin typeface="Arial" panose="020B0604020202020204" pitchFamily="34" charset="0"/>
                <a:ea typeface="Calibri" panose="020F0502020204030204" pitchFamily="34" charset="0"/>
                <a:cs typeface="Arial" panose="020B0604020202020204" pitchFamily="34" charset="0"/>
              </a:rPr>
              <a:t> Fi del servei i desmuntatge.</a:t>
            </a:r>
            <a:endParaRPr lang="ca-ES" sz="1000" noProof="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marL="314954" lvl="0" indent="-314954" defTabSz="736350">
              <a:lnSpc>
                <a:spcPts val="1300"/>
              </a:lnSpc>
              <a:spcBef>
                <a:spcPts val="400"/>
              </a:spcBef>
            </a:pPr>
            <a:endParaRPr lang="ca-ES" sz="1000" noProof="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sp>
        <p:nvSpPr>
          <p:cNvPr id="14" name="CuadroTexto 8"/>
          <p:cNvSpPr txBox="1">
            <a:spLocks/>
          </p:cNvSpPr>
          <p:nvPr/>
        </p:nvSpPr>
        <p:spPr>
          <a:xfrm>
            <a:off x="668371" y="4622124"/>
            <a:ext cx="1167946"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algn="l" rtl="0" latinLnBrk="1" hangingPunct="0"/>
            <a:r>
              <a:rPr lang="es-ES" sz="2400" b="1" dirty="0">
                <a:solidFill>
                  <a:srgbClr val="FF0000"/>
                </a:solidFill>
                <a:latin typeface="Arial"/>
                <a:cs typeface="Arial"/>
              </a:rPr>
              <a:t>M</a:t>
            </a:r>
            <a:r>
              <a:rPr lang="ca-ES" sz="2400" b="1" dirty="0">
                <a:solidFill>
                  <a:srgbClr val="FF0000"/>
                </a:solidFill>
                <a:latin typeface="Arial"/>
                <a:cs typeface="Arial"/>
              </a:rPr>
              <a:t>ODIF.</a:t>
            </a:r>
            <a:endParaRPr lang="ca-ES" sz="2000" b="1" noProof="0" dirty="0">
              <a:solidFill>
                <a:srgbClr val="FF0000"/>
              </a:solidFill>
              <a:latin typeface="Arial"/>
              <a:cs typeface="Arial"/>
            </a:endParaRPr>
          </a:p>
        </p:txBody>
      </p:sp>
      <p:pic>
        <p:nvPicPr>
          <p:cNvPr id="16" name="15 Imagen" descr="logo-05.png"/>
          <p:cNvPicPr>
            <a:picLocks noChangeAspect="1"/>
          </p:cNvPicPr>
          <p:nvPr/>
        </p:nvPicPr>
        <p:blipFill>
          <a:blip r:embed="rId2"/>
          <a:srcRect l="16626" t="16925" r="18613" b="24724"/>
          <a:stretch>
            <a:fillRect/>
          </a:stretch>
        </p:blipFill>
        <p:spPr>
          <a:xfrm>
            <a:off x="297112" y="6003992"/>
            <a:ext cx="1074786" cy="685390"/>
          </a:xfrm>
          <a:prstGeom prst="rect">
            <a:avLst/>
          </a:prstGeom>
        </p:spPr>
      </p:pic>
      <p:sp>
        <p:nvSpPr>
          <p:cNvPr id="2" name="Marcador de número de diapositiva 1">
            <a:extLst>
              <a:ext uri="{FF2B5EF4-FFF2-40B4-BE49-F238E27FC236}">
                <a16:creationId xmlns:a16="http://schemas.microsoft.com/office/drawing/2014/main" id="{8ABD19FA-CC06-4126-8868-294B4C4DDBB3}"/>
              </a:ext>
            </a:extLst>
          </p:cNvPr>
          <p:cNvSpPr>
            <a:spLocks noGrp="1"/>
          </p:cNvSpPr>
          <p:nvPr>
            <p:ph type="sldNum" sz="quarter" idx="2"/>
          </p:nvPr>
        </p:nvSpPr>
        <p:spPr>
          <a:xfrm>
            <a:off x="9698384" y="6491396"/>
            <a:ext cx="223168" cy="269241"/>
          </a:xfrm>
        </p:spPr>
        <p:txBody>
          <a:bodyPr/>
          <a:lstStyle/>
          <a:p>
            <a:pPr lvl="0"/>
            <a:fld id="{86CB4B4D-7CA3-9044-876B-883B54F8677D}" type="slidenum">
              <a:rPr lang="ca-ES" noProof="0" smtClean="0"/>
              <a:pPr lvl="0"/>
              <a:t>1</a:t>
            </a:fld>
            <a:endParaRPr lang="ca-ES" noProof="0" dirty="0"/>
          </a:p>
        </p:txBody>
      </p:sp>
      <p:sp>
        <p:nvSpPr>
          <p:cNvPr id="5" name="QuadreDeText 4">
            <a:extLst>
              <a:ext uri="{FF2B5EF4-FFF2-40B4-BE49-F238E27FC236}">
                <a16:creationId xmlns:a16="http://schemas.microsoft.com/office/drawing/2014/main" id="{4A825076-9DE3-3F5F-961C-A9AFE2878353}"/>
              </a:ext>
            </a:extLst>
          </p:cNvPr>
          <p:cNvSpPr txBox="1"/>
          <p:nvPr/>
        </p:nvSpPr>
        <p:spPr>
          <a:xfrm>
            <a:off x="3574223" y="874722"/>
            <a:ext cx="2829780" cy="815608"/>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000" b="1" noProof="0" dirty="0">
                <a:solidFill>
                  <a:schemeClr val="bg1">
                    <a:lumMod val="50000"/>
                  </a:schemeClr>
                </a:solidFill>
                <a:latin typeface="Arial" panose="020B0604020202020204" pitchFamily="34" charset="0"/>
                <a:ea typeface="Calibri" panose="020F0502020204030204" pitchFamily="34" charset="0"/>
                <a:cs typeface="Arial" panose="020B0604020202020204" pitchFamily="34" charset="0"/>
              </a:rPr>
              <a:t>PEP ITCHART / ENRIC PALLARES</a:t>
            </a:r>
          </a:p>
          <a:p>
            <a:pPr lvl="0">
              <a:spcAft>
                <a:spcPts val="600"/>
              </a:spcAft>
            </a:pPr>
            <a:r>
              <a:rPr lang="ca-ES" sz="1100" noProof="0" dirty="0">
                <a:solidFill>
                  <a:schemeClr val="tx1"/>
                </a:solidFill>
                <a:latin typeface="Arial" panose="020B0604020202020204" pitchFamily="34" charset="0"/>
                <a:ea typeface="Calibri" panose="020F0502020204030204" pitchFamily="34" charset="0"/>
                <a:cs typeface="Arial" panose="020B0604020202020204" pitchFamily="34" charset="0"/>
              </a:rPr>
              <a:t>...</a:t>
            </a:r>
          </a:p>
          <a:p>
            <a:pPr lvl="0"/>
            <a:r>
              <a:rPr lang="ca-ES" sz="1000" noProof="0" dirty="0">
                <a:solidFill>
                  <a:srgbClr val="808080"/>
                </a:solidFill>
                <a:latin typeface="Arial" panose="020B0604020202020204" pitchFamily="34" charset="0"/>
                <a:ea typeface="Calibri" panose="020F0502020204030204" pitchFamily="34" charset="0"/>
                <a:cs typeface="Arial" panose="020B0604020202020204" pitchFamily="34" charset="0"/>
              </a:rPr>
              <a:t>Telèfon: 610 27 77 87 (ENRIC)</a:t>
            </a:r>
          </a:p>
          <a:p>
            <a:pPr lvl="0"/>
            <a:r>
              <a:rPr lang="ca-ES" sz="1000" noProof="0" dirty="0">
                <a:solidFill>
                  <a:srgbClr val="808080"/>
                </a:solidFill>
                <a:latin typeface="Arial" panose="020B0604020202020204" pitchFamily="34" charset="0"/>
                <a:ea typeface="Calibri" panose="020F0502020204030204" pitchFamily="34" charset="0"/>
                <a:cs typeface="Arial" panose="020B0604020202020204" pitchFamily="34" charset="0"/>
              </a:rPr>
              <a:t>Correu: </a:t>
            </a:r>
            <a:r>
              <a:rPr lang="ca-ES" sz="1000" noProof="0" dirty="0">
                <a:solidFill>
                  <a:srgbClr val="808080"/>
                </a:solidFill>
                <a:latin typeface="Arial" panose="020B0604020202020204" pitchFamily="34" charset="0"/>
                <a:ea typeface="Calibri" panose="020F0502020204030204" pitchFamily="34" charset="0"/>
                <a:cs typeface="Arial" panose="020B0604020202020204" pitchFamily="34" charset="0"/>
                <a:hlinkClick r:id="rId3"/>
              </a:rPr>
              <a:t>pepitchart@motoclubimpala.com</a:t>
            </a:r>
            <a:r>
              <a:rPr lang="ca-ES" sz="1000" noProof="0" dirty="0">
                <a:solidFill>
                  <a:srgbClr val="808080"/>
                </a:solidFill>
                <a:latin typeface="Arial" panose="020B0604020202020204" pitchFamily="34" charset="0"/>
                <a:ea typeface="Calibri" panose="020F0502020204030204" pitchFamily="34" charset="0"/>
                <a:cs typeface="Arial" panose="020B0604020202020204" pitchFamily="34" charset="0"/>
              </a:rPr>
              <a:t> </a:t>
            </a:r>
          </a:p>
        </p:txBody>
      </p:sp>
      <p:sp>
        <p:nvSpPr>
          <p:cNvPr id="19" name="QuadreDeText 18">
            <a:extLst>
              <a:ext uri="{FF2B5EF4-FFF2-40B4-BE49-F238E27FC236}">
                <a16:creationId xmlns:a16="http://schemas.microsoft.com/office/drawing/2014/main" id="{E55CFC17-E4FA-6399-8780-EFF289C0F2D0}"/>
              </a:ext>
            </a:extLst>
          </p:cNvPr>
          <p:cNvSpPr txBox="1">
            <a:spLocks/>
          </p:cNvSpPr>
          <p:nvPr/>
        </p:nvSpPr>
        <p:spPr>
          <a:xfrm>
            <a:off x="654220" y="4992166"/>
            <a:ext cx="1735409" cy="36933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l" rtl="0" latinLnBrk="1" hangingPunct="0"/>
            <a:r>
              <a:rPr lang="ca-ES" b="1" noProof="0" dirty="0">
                <a:solidFill>
                  <a:srgbClr val="FF0000"/>
                </a:solidFill>
                <a:latin typeface="Arial"/>
                <a:cs typeface="Arial"/>
              </a:rPr>
              <a:t>25/05/2026</a:t>
            </a:r>
          </a:p>
        </p:txBody>
      </p:sp>
      <p:cxnSp>
        <p:nvCxnSpPr>
          <p:cNvPr id="21" name="Connector recte 20">
            <a:extLst>
              <a:ext uri="{FF2B5EF4-FFF2-40B4-BE49-F238E27FC236}">
                <a16:creationId xmlns:a16="http://schemas.microsoft.com/office/drawing/2014/main" id="{FBBD6412-8116-E25A-5F4B-1192514C8354}"/>
              </a:ext>
            </a:extLst>
          </p:cNvPr>
          <p:cNvCxnSpPr>
            <a:cxnSpLocks noGrp="1" noRot="1" noMove="1" noResize="1" noEditPoints="1" noAdjustHandles="1" noChangeArrowheads="1" noChangeShapeType="1"/>
          </p:cNvCxnSpPr>
          <p:nvPr/>
        </p:nvCxnSpPr>
        <p:spPr>
          <a:xfrm>
            <a:off x="664898" y="4589988"/>
            <a:ext cx="1848442" cy="0"/>
          </a:xfrm>
          <a:prstGeom prst="line">
            <a:avLst/>
          </a:prstGeom>
          <a:ln>
            <a:solidFill>
              <a:srgbClr val="C0AA17"/>
            </a:solidFill>
          </a:ln>
          <a:effectLst/>
        </p:spPr>
        <p:style>
          <a:lnRef idx="1">
            <a:schemeClr val="dk1"/>
          </a:lnRef>
          <a:fillRef idx="0">
            <a:schemeClr val="dk1"/>
          </a:fillRef>
          <a:effectRef idx="0">
            <a:schemeClr val="dk1"/>
          </a:effectRef>
          <a:fontRef idx="minor">
            <a:schemeClr val="tx1"/>
          </a:fontRef>
        </p:style>
      </p:cxnSp>
      <p:cxnSp>
        <p:nvCxnSpPr>
          <p:cNvPr id="23" name="Connector recte 22">
            <a:extLst>
              <a:ext uri="{FF2B5EF4-FFF2-40B4-BE49-F238E27FC236}">
                <a16:creationId xmlns:a16="http://schemas.microsoft.com/office/drawing/2014/main" id="{54184953-298B-2C7A-BC65-685EA9CD48DF}"/>
              </a:ext>
            </a:extLst>
          </p:cNvPr>
          <p:cNvCxnSpPr>
            <a:cxnSpLocks noGrp="1" noRot="1" noMove="1" noResize="1" noEditPoints="1" noAdjustHandles="1" noChangeArrowheads="1" noChangeShapeType="1"/>
          </p:cNvCxnSpPr>
          <p:nvPr/>
        </p:nvCxnSpPr>
        <p:spPr>
          <a:xfrm>
            <a:off x="664898" y="5404574"/>
            <a:ext cx="1848442" cy="0"/>
          </a:xfrm>
          <a:prstGeom prst="line">
            <a:avLst/>
          </a:prstGeom>
          <a:ln>
            <a:solidFill>
              <a:srgbClr val="C0AA17"/>
            </a:solidFill>
          </a:ln>
          <a:effectLst/>
        </p:spPr>
        <p:style>
          <a:lnRef idx="1">
            <a:schemeClr val="dk1"/>
          </a:lnRef>
          <a:fillRef idx="0">
            <a:schemeClr val="dk1"/>
          </a:fillRef>
          <a:effectRef idx="0">
            <a:schemeClr val="dk1"/>
          </a:effectRef>
          <a:fontRef idx="minor">
            <a:schemeClr val="tx1"/>
          </a:fontRef>
        </p:style>
      </p:cxnSp>
      <p:sp>
        <p:nvSpPr>
          <p:cNvPr id="25" name="CuadroTexto 7"/>
          <p:cNvSpPr txBox="1">
            <a:spLocks/>
          </p:cNvSpPr>
          <p:nvPr/>
        </p:nvSpPr>
        <p:spPr>
          <a:xfrm>
            <a:off x="316956" y="643998"/>
            <a:ext cx="1817051" cy="6463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ca-ES" sz="3600" b="1" i="0" u="none" strike="noStrike" cap="none" spc="0" normalizeH="0" baseline="0" noProof="0" dirty="0">
                <a:ln>
                  <a:noFill/>
                </a:ln>
                <a:solidFill>
                  <a:schemeClr val="bg2">
                    <a:lumMod val="60000"/>
                    <a:lumOff val="40000"/>
                  </a:schemeClr>
                </a:solidFill>
                <a:effectLst/>
                <a:uFillTx/>
                <a:latin typeface="Ogg" panose="02090504080706030203" pitchFamily="18" charset="0"/>
                <a:cs typeface="Arial"/>
                <a:sym typeface="Calibri"/>
              </a:rPr>
              <a:t>FULL</a:t>
            </a:r>
          </a:p>
        </p:txBody>
      </p:sp>
      <p:sp>
        <p:nvSpPr>
          <p:cNvPr id="27" name="Shape 51">
            <a:extLst>
              <a:ext uri="{FF2B5EF4-FFF2-40B4-BE49-F238E27FC236}">
                <a16:creationId xmlns:a16="http://schemas.microsoft.com/office/drawing/2014/main" id="{65EA4DBC-3108-1DD4-13C8-0BB0B80DD3F2}"/>
              </a:ext>
            </a:extLst>
          </p:cNvPr>
          <p:cNvSpPr/>
          <p:nvPr/>
        </p:nvSpPr>
        <p:spPr>
          <a:xfrm>
            <a:off x="3606592" y="290222"/>
            <a:ext cx="5808178" cy="538609"/>
          </a:xfrm>
          <a:prstGeom prst="rect">
            <a:avLst/>
          </a:prstGeom>
          <a:noFill/>
          <a:ln w="12700" cap="flat">
            <a:noFill/>
            <a:miter lim="400000"/>
          </a:ln>
          <a:effectLst/>
          <a:extLst>
            <a:ext uri="{C572A759-6A51-4108-AA02-DFA0A04FC94B}">
              <ma14:wrappingTextBoxFlag xmlns="" xmlns:ma14="http://schemas.microsoft.com/office/mac/drawingml/2011/main" xmlns:mv="urn:schemas-microsoft-com:mac:vml" xmlns:mc="http://schemas.openxmlformats.org/markup-compatibility/2006" val="1"/>
            </a:ext>
          </a:extLst>
        </p:spPr>
        <p:txBody>
          <a:bodyPr wrap="square" lIns="0" tIns="0" rIns="0" bIns="0" numCol="1" anchor="t">
            <a:spAutoFit/>
          </a:bodyPr>
          <a:lstStyle/>
          <a:p>
            <a:pPr lvl="1" indent="0" defTabSz="736350"/>
            <a:r>
              <a:rPr lang="ca-ES" sz="1200" b="1" noProof="0" dirty="0">
                <a:solidFill>
                  <a:schemeClr val="tx1"/>
                </a:solidFill>
                <a:latin typeface="Arial" panose="020B0604020202020204" pitchFamily="34" charset="0"/>
                <a:ea typeface="Calibri" panose="020F0502020204030204" pitchFamily="34" charset="0"/>
                <a:cs typeface="Arial" panose="020B0604020202020204" pitchFamily="34" charset="0"/>
              </a:rPr>
              <a:t>MOTO CLUB IMPALA</a:t>
            </a:r>
          </a:p>
          <a:p>
            <a:pPr lvl="1" indent="0" defTabSz="736350"/>
            <a:r>
              <a:rPr lang="ca-ES" sz="1100" dirty="0">
                <a:solidFill>
                  <a:schemeClr val="tx1"/>
                </a:solidFill>
                <a:latin typeface="Arial" panose="020B0604020202020204" pitchFamily="34" charset="0"/>
                <a:ea typeface="Calibri" panose="020F0502020204030204" pitchFamily="34" charset="0"/>
                <a:cs typeface="Arial" panose="020B0604020202020204" pitchFamily="34" charset="0"/>
              </a:rPr>
              <a:t>IMPALADA 2026</a:t>
            </a:r>
          </a:p>
          <a:p>
            <a:pPr lvl="1" indent="0" defTabSz="736350"/>
            <a:r>
              <a:rPr lang="ca-ES" sz="1100" noProof="0" dirty="0">
                <a:solidFill>
                  <a:schemeClr val="tx1"/>
                </a:solidFill>
                <a:latin typeface="Arial" panose="020B0604020202020204" pitchFamily="34" charset="0"/>
                <a:ea typeface="Calibri" panose="020F0502020204030204" pitchFamily="34" charset="0"/>
                <a:cs typeface="Arial" panose="020B0604020202020204" pitchFamily="34" charset="0"/>
              </a:rPr>
              <a:t>Client nacional</a:t>
            </a:r>
            <a:endParaRPr lang="ca-ES" sz="1000" noProof="0" dirty="0">
              <a:solidFill>
                <a:srgbClr val="FFFFFF"/>
              </a:solidFill>
              <a:latin typeface="Arial" panose="020B0604020202020204" pitchFamily="34" charset="0"/>
              <a:ea typeface="Calibri" panose="020F0502020204030204" pitchFamily="34" charset="0"/>
              <a:cs typeface="Arial" panose="020B0604020202020204" pitchFamily="34" charset="0"/>
            </a:endParaRPr>
          </a:p>
        </p:txBody>
      </p:sp>
      <p:sp>
        <p:nvSpPr>
          <p:cNvPr id="29" name="QuadreDeText 28">
            <a:extLst>
              <a:ext uri="{FF2B5EF4-FFF2-40B4-BE49-F238E27FC236}">
                <a16:creationId xmlns:a16="http://schemas.microsoft.com/office/drawing/2014/main" id="{7D6452F5-670A-0370-BF5B-1C97C365C8EA}"/>
              </a:ext>
            </a:extLst>
          </p:cNvPr>
          <p:cNvSpPr txBox="1"/>
          <p:nvPr/>
        </p:nvSpPr>
        <p:spPr>
          <a:xfrm>
            <a:off x="3499913" y="6258495"/>
            <a:ext cx="5485535" cy="43088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lvl="1" indent="0" algn="l" defTabSz="736350"/>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El preu,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gastronomia</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i les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condicions</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particulars</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d'aquest</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servei</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de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càtering</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quedaran acordades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amb</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l'acceptació</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del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pressupost</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que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s'adjunta</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en el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present</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 full </a:t>
            </a:r>
            <a:r>
              <a:rPr lang="es-ES" sz="1050" dirty="0" err="1">
                <a:solidFill>
                  <a:schemeClr val="tx2"/>
                </a:solidFill>
                <a:latin typeface="Calibri" panose="020F0502020204030204" pitchFamily="34" charset="0"/>
                <a:ea typeface="Calibri" panose="020F0502020204030204" pitchFamily="34" charset="0"/>
                <a:cs typeface="Calibri" panose="020F0502020204030204" pitchFamily="34" charset="0"/>
              </a:rPr>
              <a:t>d'encàrrec</a:t>
            </a:r>
            <a:r>
              <a:rPr lang="es-ES" sz="1050" dirty="0">
                <a:solidFill>
                  <a:schemeClr val="tx2"/>
                </a:solidFill>
                <a:latin typeface="Calibri" panose="020F0502020204030204" pitchFamily="34" charset="0"/>
                <a:ea typeface="Calibri" panose="020F0502020204030204" pitchFamily="34" charset="0"/>
                <a:cs typeface="Calibri" panose="020F0502020204030204" pitchFamily="34" charset="0"/>
              </a:rPr>
              <a:t>.</a:t>
            </a:r>
            <a:endParaRPr lang="ca-ES" sz="1050" b="1" noProof="0"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uadroTexto 8">
            <a:extLst>
              <a:ext uri="{FF2B5EF4-FFF2-40B4-BE49-F238E27FC236}">
                <a16:creationId xmlns:a16="http://schemas.microsoft.com/office/drawing/2014/main" id="{671E0ECE-7E63-F6D8-3839-9C8D6DB29880}"/>
              </a:ext>
            </a:extLst>
          </p:cNvPr>
          <p:cNvSpPr txBox="1">
            <a:spLocks/>
          </p:cNvSpPr>
          <p:nvPr/>
        </p:nvSpPr>
        <p:spPr>
          <a:xfrm>
            <a:off x="2080345" y="6164353"/>
            <a:ext cx="297515"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algn="l" rtl="0" latinLnBrk="1" hangingPunct="0"/>
            <a:r>
              <a:rPr lang="ca-ES" sz="2400" b="1" noProof="0" dirty="0">
                <a:solidFill>
                  <a:schemeClr val="tx1"/>
                </a:solidFill>
                <a:latin typeface="Arial"/>
                <a:cs typeface="Arial"/>
              </a:rPr>
              <a:t>S</a:t>
            </a:r>
            <a:endParaRPr lang="ca-ES" sz="2000" b="1" noProof="0" dirty="0">
              <a:solidFill>
                <a:schemeClr val="tx1"/>
              </a:solidFill>
              <a:latin typeface="Arial"/>
              <a:cs typeface="Arial"/>
            </a:endParaRPr>
          </a:p>
        </p:txBody>
      </p:sp>
      <p:sp>
        <p:nvSpPr>
          <p:cNvPr id="6" name="QuadreDeText 5">
            <a:extLst>
              <a:ext uri="{FF2B5EF4-FFF2-40B4-BE49-F238E27FC236}">
                <a16:creationId xmlns:a16="http://schemas.microsoft.com/office/drawing/2014/main" id="{3DD7C139-E73B-F7F3-2508-D0FBF2930FC3}"/>
              </a:ext>
            </a:extLst>
          </p:cNvPr>
          <p:cNvSpPr txBox="1"/>
          <p:nvPr/>
        </p:nvSpPr>
        <p:spPr>
          <a:xfrm>
            <a:off x="6590855" y="872398"/>
            <a:ext cx="2829780" cy="815608"/>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000" b="1" noProof="0" dirty="0">
                <a:solidFill>
                  <a:schemeClr val="bg1">
                    <a:lumMod val="50000"/>
                  </a:schemeClr>
                </a:solidFill>
                <a:latin typeface="Arial" panose="020B0604020202020204" pitchFamily="34" charset="0"/>
                <a:ea typeface="Calibri" panose="020F0502020204030204" pitchFamily="34" charset="0"/>
                <a:cs typeface="Arial" panose="020B0604020202020204" pitchFamily="34" charset="0"/>
              </a:rPr>
              <a:t>ANNA FERRETÉ</a:t>
            </a:r>
          </a:p>
          <a:p>
            <a:pPr lvl="0">
              <a:spcAft>
                <a:spcPts val="600"/>
              </a:spcAft>
            </a:pPr>
            <a:r>
              <a:rPr lang="ca-ES" sz="1100" noProof="0" dirty="0">
                <a:solidFill>
                  <a:schemeClr val="tx1"/>
                </a:solidFill>
                <a:latin typeface="Arial" panose="020B0604020202020204" pitchFamily="34" charset="0"/>
                <a:ea typeface="Calibri" panose="020F0502020204030204" pitchFamily="34" charset="0"/>
                <a:cs typeface="Arial" panose="020B0604020202020204" pitchFamily="34" charset="0"/>
              </a:rPr>
              <a:t>...</a:t>
            </a:r>
          </a:p>
          <a:p>
            <a:pPr lvl="0"/>
            <a:r>
              <a:rPr lang="ca-ES" sz="1000" noProof="0" dirty="0">
                <a:solidFill>
                  <a:srgbClr val="808080"/>
                </a:solidFill>
                <a:latin typeface="Arial" panose="020B0604020202020204" pitchFamily="34" charset="0"/>
                <a:ea typeface="Calibri" panose="020F0502020204030204" pitchFamily="34" charset="0"/>
                <a:cs typeface="Arial" panose="020B0604020202020204" pitchFamily="34" charset="0"/>
              </a:rPr>
              <a:t>Telèfon: 610 74 66 20</a:t>
            </a:r>
          </a:p>
          <a:p>
            <a:pPr lvl="0"/>
            <a:r>
              <a:rPr lang="ca-ES" sz="1000" noProof="0" dirty="0">
                <a:solidFill>
                  <a:srgbClr val="808080"/>
                </a:solidFill>
                <a:latin typeface="Arial" panose="020B0604020202020204" pitchFamily="34" charset="0"/>
                <a:ea typeface="Calibri" panose="020F0502020204030204" pitchFamily="34" charset="0"/>
                <a:cs typeface="Arial" panose="020B0604020202020204" pitchFamily="34" charset="0"/>
              </a:rPr>
              <a:t>Correu: </a:t>
            </a:r>
            <a:r>
              <a:rPr lang="ca-ES" sz="1000" noProof="0" dirty="0">
                <a:solidFill>
                  <a:srgbClr val="808080"/>
                </a:solidFill>
                <a:latin typeface="Arial" panose="020B0604020202020204" pitchFamily="34" charset="0"/>
                <a:ea typeface="Calibri" panose="020F0502020204030204" pitchFamily="34" charset="0"/>
                <a:cs typeface="Arial" panose="020B0604020202020204" pitchFamily="34" charset="0"/>
                <a:hlinkClick r:id="rId4"/>
              </a:rPr>
              <a:t>aferrete@calblay.com</a:t>
            </a:r>
            <a:r>
              <a:rPr lang="ca-ES" sz="1000" noProof="0" dirty="0">
                <a:solidFill>
                  <a:srgbClr val="808080"/>
                </a:solidFill>
                <a:latin typeface="Arial" panose="020B0604020202020204" pitchFamily="34" charset="0"/>
                <a:ea typeface="Calibri" panose="020F0502020204030204" pitchFamily="34" charset="0"/>
                <a:cs typeface="Arial" panose="020B0604020202020204" pitchFamily="34" charset="0"/>
              </a:rPr>
              <a:t> </a:t>
            </a:r>
          </a:p>
        </p:txBody>
      </p:sp>
      <p:pic>
        <p:nvPicPr>
          <p:cNvPr id="9" name="Imatge 8">
            <a:extLst>
              <a:ext uri="{FF2B5EF4-FFF2-40B4-BE49-F238E27FC236}">
                <a16:creationId xmlns:a16="http://schemas.microsoft.com/office/drawing/2014/main" id="{B67FBC79-20D0-C7EB-7D5A-E43400E1F7A7}"/>
              </a:ext>
            </a:extLst>
          </p:cNvPr>
          <p:cNvPicPr>
            <a:picLocks noChangeAspect="1"/>
          </p:cNvPicPr>
          <p:nvPr/>
        </p:nvPicPr>
        <p:blipFill>
          <a:blip r:embed="rId5">
            <a:extLst>
              <a:ext uri="{28A0092B-C50C-407E-A947-70E740481C1C}">
                <a14:useLocalDpi xmlns:a14="http://schemas.microsoft.com/office/drawing/2010/main" val="0"/>
              </a:ext>
            </a:extLst>
          </a:blip>
          <a:srcRect t="35522" b="14085"/>
          <a:stretch>
            <a:fillRect/>
          </a:stretch>
        </p:blipFill>
        <p:spPr>
          <a:xfrm>
            <a:off x="54753" y="1921223"/>
            <a:ext cx="3026930" cy="2090308"/>
          </a:xfrm>
          <a:prstGeom prst="rect">
            <a:avLst/>
          </a:prstGeom>
        </p:spPr>
      </p:pic>
      <p:sp>
        <p:nvSpPr>
          <p:cNvPr id="7" name="CuadroTexto 8"/>
          <p:cNvSpPr txBox="1">
            <a:spLocks/>
          </p:cNvSpPr>
          <p:nvPr/>
        </p:nvSpPr>
        <p:spPr>
          <a:xfrm>
            <a:off x="334075" y="1044094"/>
            <a:ext cx="363239" cy="40010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lang="ca-ES" sz="2000" b="1" noProof="0" dirty="0">
                <a:solidFill>
                  <a:srgbClr val="989898"/>
                </a:solidFill>
                <a:latin typeface="Ogg" panose="02090504080706030203" pitchFamily="18" charset="0"/>
                <a:cs typeface="Arial"/>
              </a:rPr>
              <a:t>D’</a:t>
            </a:r>
            <a:endParaRPr kumimoji="0" lang="ca-ES" sz="2000" b="1" i="0" u="none" strike="noStrike" cap="none" spc="0" normalizeH="0" baseline="0" noProof="0" dirty="0">
              <a:ln>
                <a:noFill/>
              </a:ln>
              <a:solidFill>
                <a:srgbClr val="989898"/>
              </a:solidFill>
              <a:effectLst/>
              <a:uFillTx/>
              <a:latin typeface="Ogg" panose="02090504080706030203" pitchFamily="18" charset="0"/>
              <a:cs typeface="Arial"/>
              <a:sym typeface="Calibri"/>
            </a:endParaRPr>
          </a:p>
        </p:txBody>
      </p:sp>
      <p:sp>
        <p:nvSpPr>
          <p:cNvPr id="10" name="QuadreDeText 9">
            <a:extLst>
              <a:ext uri="{FF2B5EF4-FFF2-40B4-BE49-F238E27FC236}">
                <a16:creationId xmlns:a16="http://schemas.microsoft.com/office/drawing/2014/main" id="{599C6EA1-EA73-F1EA-E5A6-F5043017E8EE}"/>
              </a:ext>
            </a:extLst>
          </p:cNvPr>
          <p:cNvSpPr txBox="1">
            <a:spLocks/>
          </p:cNvSpPr>
          <p:nvPr/>
        </p:nvSpPr>
        <p:spPr>
          <a:xfrm>
            <a:off x="556860" y="997869"/>
            <a:ext cx="2954240" cy="5847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ca-ES" sz="3200" b="1" noProof="0" dirty="0">
                <a:solidFill>
                  <a:schemeClr val="tx1"/>
                </a:solidFill>
                <a:latin typeface="Arial"/>
                <a:cs typeface="Arial"/>
              </a:rPr>
              <a:t>ENCÀRREC</a:t>
            </a:r>
            <a:endParaRPr lang="ca-ES" sz="3200" noProof="0" dirty="0"/>
          </a:p>
        </p:txBody>
      </p:sp>
      <p:sp>
        <p:nvSpPr>
          <p:cNvPr id="4" name="CuadroTexto 3">
            <a:extLst>
              <a:ext uri="{FF2B5EF4-FFF2-40B4-BE49-F238E27FC236}">
                <a16:creationId xmlns:a16="http://schemas.microsoft.com/office/drawing/2014/main" id="{15E2C1B9-1BAD-C4D2-7C70-8557533813D6}"/>
              </a:ext>
            </a:extLst>
          </p:cNvPr>
          <p:cNvSpPr txBox="1"/>
          <p:nvPr/>
        </p:nvSpPr>
        <p:spPr>
          <a:xfrm>
            <a:off x="3511100" y="5293895"/>
            <a:ext cx="3243499" cy="88485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14954" lvl="0" indent="-314954" algn="l" defTabSz="736350">
              <a:lnSpc>
                <a:spcPts val="1300"/>
              </a:lnSpc>
              <a:spcBef>
                <a:spcPts val="400"/>
              </a:spcBef>
            </a:pPr>
            <a:r>
              <a:rPr lang="ca-ES" sz="900" dirty="0">
                <a:solidFill>
                  <a:srgbClr val="FF0000"/>
                </a:solidFill>
                <a:highlight>
                  <a:srgbClr val="FFFF00"/>
                </a:highlight>
                <a:latin typeface="Arial" panose="020B0604020202020204" pitchFamily="34" charset="0"/>
                <a:ea typeface="Calibri" panose="020F0502020204030204" pitchFamily="34" charset="0"/>
                <a:cs typeface="Arial" panose="020B0604020202020204" pitchFamily="34" charset="0"/>
              </a:rPr>
              <a:t>IMPORTANT ENTRADES I SORTIDES DE CAMIONS:</a:t>
            </a:r>
          </a:p>
          <a:p>
            <a:pPr marL="314954" lvl="0" indent="-314954" algn="l" defTabSz="736350">
              <a:lnSpc>
                <a:spcPts val="1300"/>
              </a:lnSpc>
              <a:spcBef>
                <a:spcPts val="400"/>
              </a:spcBef>
            </a:pPr>
            <a:r>
              <a:rPr lang="ca-ES" sz="900" dirty="0">
                <a:solidFill>
                  <a:srgbClr val="FF0000"/>
                </a:solidFill>
                <a:latin typeface="Arial" panose="020B0604020202020204" pitchFamily="34" charset="0"/>
                <a:ea typeface="Calibri" panose="020F0502020204030204" pitchFamily="34" charset="0"/>
                <a:cs typeface="Arial" panose="020B0604020202020204" pitchFamily="34" charset="0"/>
              </a:rPr>
              <a:t>1r camió – de 6:00h a 7:30h</a:t>
            </a:r>
          </a:p>
          <a:p>
            <a:pPr marL="314954" lvl="0" indent="-314954" algn="l" defTabSz="736350">
              <a:lnSpc>
                <a:spcPts val="1300"/>
              </a:lnSpc>
              <a:spcBef>
                <a:spcPts val="400"/>
              </a:spcBef>
            </a:pPr>
            <a:r>
              <a:rPr lang="ca-ES" sz="900" dirty="0">
                <a:solidFill>
                  <a:srgbClr val="FF0000"/>
                </a:solidFill>
                <a:latin typeface="Arial" panose="020B0604020202020204" pitchFamily="34" charset="0"/>
                <a:ea typeface="Calibri" panose="020F0502020204030204" pitchFamily="34" charset="0"/>
                <a:cs typeface="Arial" panose="020B0604020202020204" pitchFamily="34" charset="0"/>
              </a:rPr>
              <a:t>2n camió – a partir de les 9:30h</a:t>
            </a:r>
          </a:p>
          <a:p>
            <a:pPr marL="0" marR="0" indent="0" algn="l" defTabSz="914400" rtl="0" fontAlgn="auto" latinLnBrk="1" hangingPunct="0">
              <a:lnSpc>
                <a:spcPct val="100000"/>
              </a:lnSpc>
              <a:spcBef>
                <a:spcPts val="0"/>
              </a:spcBef>
              <a:spcAft>
                <a:spcPts val="0"/>
              </a:spcAft>
              <a:buClrTx/>
              <a:buSzTx/>
              <a:buFontTx/>
              <a:buNone/>
              <a:tabLst/>
            </a:pPr>
            <a:endParaRPr kumimoji="0" lang="ca-ES" sz="900" b="0" i="0" u="none" strike="noStrike" cap="none" spc="0" normalizeH="0" baseline="0" dirty="0">
              <a:ln>
                <a:noFill/>
              </a:ln>
              <a:solidFill>
                <a:srgbClr val="000000"/>
              </a:solidFill>
              <a:effectLst/>
              <a:highlight>
                <a:srgbClr val="FFFF00"/>
              </a:highlight>
              <a:uFillTx/>
              <a:latin typeface="Calibri"/>
              <a:ea typeface="Calibri"/>
              <a:cs typeface="Calibri"/>
              <a:sym typeface="Calibri"/>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hape 65"/>
          <p:cNvSpPr/>
          <p:nvPr/>
        </p:nvSpPr>
        <p:spPr>
          <a:xfrm flipH="1">
            <a:off x="4808984" y="777709"/>
            <a:ext cx="0" cy="5848307"/>
          </a:xfrm>
          <a:prstGeom prst="line">
            <a:avLst/>
          </a:prstGeom>
          <a:ln>
            <a:solidFill>
              <a:srgbClr val="808080"/>
            </a:solidFill>
          </a:ln>
        </p:spPr>
        <p:txBody>
          <a:bodyPr lIns="0" tIns="0" rIns="0" bIns="0"/>
          <a:lstStyle/>
          <a:p>
            <a:pPr lvl="0" defTabSz="457200">
              <a:defRPr sz="1200">
                <a:latin typeface="+mj-lt"/>
                <a:ea typeface="+mj-ea"/>
                <a:cs typeface="+mj-cs"/>
                <a:sym typeface="Helvetica"/>
              </a:defRPr>
            </a:pPr>
            <a:endParaRPr lang="ca-ES" noProof="0" dirty="0"/>
          </a:p>
        </p:txBody>
      </p:sp>
      <p:sp>
        <p:nvSpPr>
          <p:cNvPr id="6" name="QuadreDeText 5">
            <a:extLst>
              <a:ext uri="{FF2B5EF4-FFF2-40B4-BE49-F238E27FC236}">
                <a16:creationId xmlns:a16="http://schemas.microsoft.com/office/drawing/2014/main" id="{363B91BC-F477-AFF0-BAE1-1F1C12A6D6B0}"/>
              </a:ext>
            </a:extLst>
          </p:cNvPr>
          <p:cNvSpPr txBox="1"/>
          <p:nvPr/>
        </p:nvSpPr>
        <p:spPr>
          <a:xfrm>
            <a:off x="1195377" y="747194"/>
            <a:ext cx="3449462" cy="646331"/>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400" noProof="0" dirty="0">
                <a:solidFill>
                  <a:schemeClr val="tx1"/>
                </a:solidFill>
                <a:latin typeface="Arial" panose="020B0604020202020204" pitchFamily="34" charset="0"/>
                <a:ea typeface="Inter" panose="020B0502030000000004" pitchFamily="34" charset="0"/>
                <a:cs typeface="Arial" panose="020B0604020202020204" pitchFamily="34" charset="0"/>
              </a:rPr>
              <a:t>ESMORZAR</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Hora: 07:00h a 09:00h</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Espai: PÈRGOLA</a:t>
            </a:r>
          </a:p>
        </p:txBody>
      </p:sp>
      <p:sp>
        <p:nvSpPr>
          <p:cNvPr id="7" name="Rectangle 6">
            <a:extLst>
              <a:ext uri="{FF2B5EF4-FFF2-40B4-BE49-F238E27FC236}">
                <a16:creationId xmlns:a16="http://schemas.microsoft.com/office/drawing/2014/main" id="{937884C4-5434-8FB7-D5BC-C255993EFB28}"/>
              </a:ext>
            </a:extLst>
          </p:cNvPr>
          <p:cNvSpPr/>
          <p:nvPr/>
        </p:nvSpPr>
        <p:spPr>
          <a:xfrm>
            <a:off x="1162379" y="174450"/>
            <a:ext cx="3070542" cy="408123"/>
          </a:xfrm>
          <a:prstGeom prst="rect">
            <a:avLst/>
          </a:prstGeom>
          <a:solidFill>
            <a:srgbClr val="FFFFFF"/>
          </a:solidFill>
          <a:ln w="25400" cap="flat">
            <a:solidFill>
              <a:schemeClr val="tx1"/>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1" hangingPunct="0">
              <a:lnSpc>
                <a:spcPct val="114000"/>
              </a:lnSpc>
              <a:spcBef>
                <a:spcPts val="0"/>
              </a:spcBef>
              <a:spcAft>
                <a:spcPts val="0"/>
              </a:spcAft>
              <a:buClrTx/>
              <a:buSzTx/>
              <a:buFontTx/>
              <a:buNone/>
              <a:tabLst/>
            </a:pPr>
            <a:r>
              <a:rPr kumimoji="0" lang="ca-ES" sz="1800" i="0" u="none" strike="noStrike" cap="none" spc="0" normalizeH="0" baseline="0" noProof="0" dirty="0">
                <a:ln>
                  <a:noFill/>
                </a:ln>
                <a:solidFill>
                  <a:srgbClr val="000000"/>
                </a:solidFill>
                <a:effectLst/>
                <a:uFillTx/>
                <a:latin typeface="Ogg" panose="02090504080706030203" pitchFamily="18" charset="0"/>
                <a:sym typeface="Calibri"/>
              </a:rPr>
              <a:t>GASTRONOMIA BANQUET</a:t>
            </a:r>
          </a:p>
        </p:txBody>
      </p:sp>
      <p:sp>
        <p:nvSpPr>
          <p:cNvPr id="12" name="QuadreDeText 11">
            <a:extLst>
              <a:ext uri="{FF2B5EF4-FFF2-40B4-BE49-F238E27FC236}">
                <a16:creationId xmlns:a16="http://schemas.microsoft.com/office/drawing/2014/main" id="{79E78ECF-349D-417F-171C-BB968214F10C}"/>
              </a:ext>
            </a:extLst>
          </p:cNvPr>
          <p:cNvSpPr txBox="1"/>
          <p:nvPr/>
        </p:nvSpPr>
        <p:spPr>
          <a:xfrm>
            <a:off x="4932379" y="792505"/>
            <a:ext cx="4411367" cy="646331"/>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400" noProof="0" dirty="0">
                <a:solidFill>
                  <a:schemeClr val="tx1"/>
                </a:solidFill>
                <a:latin typeface="Arial" panose="020B0604020202020204" pitchFamily="34" charset="0"/>
                <a:ea typeface="Inter" panose="020B0502030000000004" pitchFamily="34" charset="0"/>
                <a:cs typeface="Arial" panose="020B0604020202020204" pitchFamily="34" charset="0"/>
              </a:rPr>
              <a:t>MENÚ BANQUET</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Hora: 15:00h a 17:00h</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Espai: PÈRGOLA</a:t>
            </a:r>
          </a:p>
        </p:txBody>
      </p:sp>
      <p:sp>
        <p:nvSpPr>
          <p:cNvPr id="14" name="Marcador de número de diapositiva 1">
            <a:extLst>
              <a:ext uri="{FF2B5EF4-FFF2-40B4-BE49-F238E27FC236}">
                <a16:creationId xmlns:a16="http://schemas.microsoft.com/office/drawing/2014/main" id="{A77B04F4-8721-8AD4-2134-92DFB734F99E}"/>
              </a:ext>
            </a:extLst>
          </p:cNvPr>
          <p:cNvSpPr>
            <a:spLocks noGrp="1"/>
          </p:cNvSpPr>
          <p:nvPr>
            <p:ph type="sldNum" sz="quarter" idx="2"/>
          </p:nvPr>
        </p:nvSpPr>
        <p:spPr>
          <a:xfrm>
            <a:off x="9561512" y="6491396"/>
            <a:ext cx="223168" cy="269241"/>
          </a:xfrm>
        </p:spPr>
        <p:txBody>
          <a:bodyPr/>
          <a:lstStyle/>
          <a:p>
            <a:pPr lvl="0"/>
            <a:fld id="{86CB4B4D-7CA3-9044-876B-883B54F8677D}" type="slidenum">
              <a:rPr lang="ca-ES" noProof="0" smtClean="0"/>
              <a:pPr lvl="0"/>
              <a:t>2</a:t>
            </a:fld>
            <a:endParaRPr lang="ca-ES" noProof="0" dirty="0"/>
          </a:p>
        </p:txBody>
      </p:sp>
      <p:sp>
        <p:nvSpPr>
          <p:cNvPr id="15" name="Rectángulo 9">
            <a:extLst>
              <a:ext uri="{FF2B5EF4-FFF2-40B4-BE49-F238E27FC236}">
                <a16:creationId xmlns:a16="http://schemas.microsoft.com/office/drawing/2014/main" id="{BF70FEAA-4C6D-182C-2EE9-915314E07E01}"/>
              </a:ext>
            </a:extLst>
          </p:cNvPr>
          <p:cNvSpPr/>
          <p:nvPr/>
        </p:nvSpPr>
        <p:spPr>
          <a:xfrm>
            <a:off x="0" y="0"/>
            <a:ext cx="946359" cy="6858000"/>
          </a:xfrm>
          <a:prstGeom prst="rect">
            <a:avLst/>
          </a:prstGeom>
          <a:solidFill>
            <a:schemeClr val="tx2">
              <a:lumMod val="20000"/>
              <a:lumOff val="80000"/>
            </a:schemeClr>
          </a:solidFill>
          <a:ln w="28575" cap="flat" cmpd="sng" algn="ctr">
            <a:noFill/>
            <a:prstDash val="solid"/>
            <a:bevel/>
            <a:headEnd type="none" w="med" len="med"/>
            <a:tailEnd type="none" w="med" len="med"/>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noProof="0" dirty="0">
              <a:ln>
                <a:noFill/>
              </a:ln>
              <a:solidFill>
                <a:srgbClr val="000000"/>
              </a:solidFill>
              <a:effectLst/>
              <a:uFillTx/>
              <a:latin typeface="Calibri"/>
              <a:ea typeface="Calibri"/>
              <a:cs typeface="Calibri"/>
              <a:sym typeface="Calibri"/>
            </a:endParaRPr>
          </a:p>
        </p:txBody>
      </p:sp>
      <p:sp>
        <p:nvSpPr>
          <p:cNvPr id="16" name="CuadroTexto 2">
            <a:extLst>
              <a:ext uri="{FF2B5EF4-FFF2-40B4-BE49-F238E27FC236}">
                <a16:creationId xmlns:a16="http://schemas.microsoft.com/office/drawing/2014/main" id="{151553EE-9B95-109F-FA87-7C7145E2BB67}"/>
              </a:ext>
            </a:extLst>
          </p:cNvPr>
          <p:cNvSpPr txBox="1"/>
          <p:nvPr/>
        </p:nvSpPr>
        <p:spPr>
          <a:xfrm rot="16200000">
            <a:off x="-375996" y="5783391"/>
            <a:ext cx="142602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ca-ES" sz="2400" b="1" i="0" u="none" strike="noStrike" cap="none" spc="0" normalizeH="0" baseline="0" noProof="0" dirty="0">
                <a:ln>
                  <a:noFill/>
                </a:ln>
                <a:solidFill>
                  <a:schemeClr val="bg2">
                    <a:lumMod val="40000"/>
                    <a:lumOff val="60000"/>
                  </a:schemeClr>
                </a:solidFill>
                <a:effectLst/>
                <a:uFillTx/>
                <a:latin typeface="Arial"/>
                <a:cs typeface="Arial"/>
                <a:sym typeface="Calibri"/>
              </a:rPr>
              <a:t>SERVEIS</a:t>
            </a:r>
          </a:p>
        </p:txBody>
      </p:sp>
      <p:sp>
        <p:nvSpPr>
          <p:cNvPr id="17" name="CuadroTexto 3">
            <a:extLst>
              <a:ext uri="{FF2B5EF4-FFF2-40B4-BE49-F238E27FC236}">
                <a16:creationId xmlns:a16="http://schemas.microsoft.com/office/drawing/2014/main" id="{C64076C4-B000-A95D-36AE-01C81EBFF8D5}"/>
              </a:ext>
            </a:extLst>
          </p:cNvPr>
          <p:cNvSpPr txBox="1"/>
          <p:nvPr/>
        </p:nvSpPr>
        <p:spPr>
          <a:xfrm rot="16200000">
            <a:off x="-882958" y="4917328"/>
            <a:ext cx="3113992" cy="56938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lang="ca-ES" sz="3100" b="1" noProof="0" dirty="0">
                <a:solidFill>
                  <a:schemeClr val="tx2">
                    <a:lumMod val="75000"/>
                  </a:schemeClr>
                </a:solidFill>
                <a:latin typeface="Arial"/>
                <a:cs typeface="Arial"/>
              </a:rPr>
              <a:t>CONTRACTATS</a:t>
            </a:r>
            <a:endParaRPr kumimoji="0" lang="ca-ES" sz="3100" b="1" i="0" u="none" strike="noStrike" cap="none" spc="0" normalizeH="0" baseline="0" noProof="0" dirty="0">
              <a:ln>
                <a:noFill/>
              </a:ln>
              <a:solidFill>
                <a:schemeClr val="tx2">
                  <a:lumMod val="75000"/>
                </a:schemeClr>
              </a:solidFill>
              <a:effectLst/>
              <a:uFillTx/>
              <a:latin typeface="Arial"/>
              <a:cs typeface="Arial"/>
              <a:sym typeface="Calibri"/>
            </a:endParaRPr>
          </a:p>
        </p:txBody>
      </p:sp>
      <p:sp>
        <p:nvSpPr>
          <p:cNvPr id="2" name="object 2">
            <a:extLst>
              <a:ext uri="{FF2B5EF4-FFF2-40B4-BE49-F238E27FC236}">
                <a16:creationId xmlns:a16="http://schemas.microsoft.com/office/drawing/2014/main" id="{6D477E4B-962F-3720-46A3-C36B28C11CB5}"/>
              </a:ext>
            </a:extLst>
          </p:cNvPr>
          <p:cNvSpPr txBox="1"/>
          <p:nvPr/>
        </p:nvSpPr>
        <p:spPr>
          <a:xfrm>
            <a:off x="1195377" y="1674890"/>
            <a:ext cx="4693727" cy="2070760"/>
          </a:xfrm>
          <a:prstGeom prst="rect">
            <a:avLst/>
          </a:prstGeom>
        </p:spPr>
        <p:txBody>
          <a:bodyPr vert="horz" wrap="square" lIns="0" tIns="70485" rIns="0" bIns="0" rtlCol="0">
            <a:spAutoFit/>
          </a:bodyPr>
          <a:lstStyle/>
          <a:p>
            <a:pPr marL="12700" marR="5080">
              <a:lnSpc>
                <a:spcPct val="121200"/>
              </a:lnSpc>
            </a:pPr>
            <a:r>
              <a:rPr lang="ca-ES" sz="1000" b="1" noProof="0" dirty="0">
                <a:solidFill>
                  <a:srgbClr val="C0AA17"/>
                </a:solidFill>
                <a:latin typeface="Inter" panose="020B0502030000000004" pitchFamily="34" charset="0"/>
                <a:ea typeface="Inter" panose="020B0502030000000004" pitchFamily="34" charset="0"/>
                <a:cs typeface="Lucida Sans Unicode"/>
              </a:rPr>
              <a:t>LÍQUID</a:t>
            </a:r>
          </a:p>
          <a:p>
            <a:pPr marL="12700" marR="5080">
              <a:lnSpc>
                <a:spcPct val="121200"/>
              </a:lnSpc>
            </a:pPr>
            <a:r>
              <a:rPr lang="ca-ES" sz="1000" noProof="0" dirty="0">
                <a:solidFill>
                  <a:srgbClr val="1D1D1B"/>
                </a:solidFill>
                <a:latin typeface="Inter" panose="020B0502030000000004" pitchFamily="34" charset="0"/>
                <a:ea typeface="Inter" panose="020B0502030000000004" pitchFamily="34" charset="0"/>
                <a:cs typeface="Lucida Sans Unicode"/>
              </a:rPr>
              <a:t>Servei de cafè</a:t>
            </a:r>
          </a:p>
          <a:p>
            <a:pPr marL="12700" marR="5080">
              <a:lnSpc>
                <a:spcPct val="121200"/>
              </a:lnSpc>
            </a:pPr>
            <a:r>
              <a:rPr lang="ca-ES" sz="1000" noProof="0" dirty="0">
                <a:solidFill>
                  <a:srgbClr val="1D1D1B"/>
                </a:solidFill>
                <a:latin typeface="Inter" panose="020B0502030000000004" pitchFamily="34" charset="0"/>
                <a:ea typeface="Inter" panose="020B0502030000000004" pitchFamily="34" charset="0"/>
                <a:cs typeface="Lucida Sans Unicode"/>
              </a:rPr>
              <a:t>Llet </a:t>
            </a:r>
            <a:r>
              <a:rPr lang="ca-ES" sz="1000" i="1" noProof="0" dirty="0">
                <a:solidFill>
                  <a:srgbClr val="575756"/>
                </a:solidFill>
                <a:latin typeface="Inter" panose="020B0502030000000004" pitchFamily="34" charset="0"/>
                <a:ea typeface="Inter" panose="020B0502030000000004" pitchFamily="34" charset="0"/>
                <a:cs typeface="Arial"/>
              </a:rPr>
              <a:t>(Sencera / Sense lactosa) </a:t>
            </a:r>
          </a:p>
          <a:p>
            <a:pPr marL="12700" marR="5080">
              <a:lnSpc>
                <a:spcPct val="121200"/>
              </a:lnSpc>
            </a:pPr>
            <a:r>
              <a:rPr lang="ca-ES" sz="1000" noProof="0" dirty="0">
                <a:solidFill>
                  <a:srgbClr val="1D1D1B"/>
                </a:solidFill>
                <a:latin typeface="Inter" panose="020B0502030000000004" pitchFamily="34" charset="0"/>
                <a:ea typeface="Inter" panose="020B0502030000000004" pitchFamily="34" charset="0"/>
                <a:cs typeface="Lucida Sans Unicode"/>
              </a:rPr>
              <a:t>Beguda vegetal de civada</a:t>
            </a:r>
            <a:endParaRPr lang="ca-ES" sz="1000" noProof="0" dirty="0">
              <a:latin typeface="Inter" panose="020B0502030000000004" pitchFamily="34" charset="0"/>
              <a:ea typeface="Inter" panose="020B0502030000000004" pitchFamily="34" charset="0"/>
              <a:cs typeface="Lucida Sans Unicode"/>
            </a:endParaRPr>
          </a:p>
          <a:p>
            <a:pPr marL="12700">
              <a:lnSpc>
                <a:spcPct val="100000"/>
              </a:lnSpc>
            </a:pPr>
            <a:r>
              <a:rPr lang="ca-ES" sz="1000" noProof="0" dirty="0">
                <a:solidFill>
                  <a:srgbClr val="1D1D1B"/>
                </a:solidFill>
                <a:latin typeface="Inter" panose="020B0502030000000004" pitchFamily="34" charset="0"/>
                <a:ea typeface="Inter" panose="020B0502030000000004" pitchFamily="34" charset="0"/>
                <a:cs typeface="Lucida Sans Unicode"/>
              </a:rPr>
              <a:t>Infusions</a:t>
            </a:r>
            <a:endParaRPr lang="ca-ES" sz="1000" noProof="0" dirty="0">
              <a:latin typeface="Inter" panose="020B0502030000000004" pitchFamily="34" charset="0"/>
              <a:ea typeface="Inter" panose="020B0502030000000004" pitchFamily="34" charset="0"/>
              <a:cs typeface="Lucida Sans Unicode"/>
            </a:endParaRPr>
          </a:p>
          <a:p>
            <a:pPr marL="12700" marR="1892935">
              <a:lnSpc>
                <a:spcPct val="121300"/>
              </a:lnSpc>
            </a:pPr>
            <a:r>
              <a:rPr lang="ca-ES" sz="1000" noProof="0" dirty="0">
                <a:solidFill>
                  <a:srgbClr val="1D1D1B"/>
                </a:solidFill>
                <a:latin typeface="Inter" panose="020B0502030000000004" pitchFamily="34" charset="0"/>
                <a:ea typeface="Inter" panose="020B0502030000000004" pitchFamily="34" charset="0"/>
                <a:cs typeface="Lucida Sans Unicode"/>
              </a:rPr>
              <a:t>Aigües minerals </a:t>
            </a:r>
          </a:p>
          <a:p>
            <a:pPr marL="12700" marR="1892935">
              <a:lnSpc>
                <a:spcPct val="121300"/>
              </a:lnSpc>
            </a:pPr>
            <a:r>
              <a:rPr lang="ca-ES" sz="1000" noProof="0" dirty="0">
                <a:solidFill>
                  <a:srgbClr val="1D1D1B"/>
                </a:solidFill>
                <a:latin typeface="Inter" panose="020B0502030000000004" pitchFamily="34" charset="0"/>
                <a:ea typeface="Inter" panose="020B0502030000000004" pitchFamily="34" charset="0"/>
                <a:cs typeface="Lucida Sans Unicode"/>
              </a:rPr>
              <a:t>Sucs de fruita (pinya i taronja)</a:t>
            </a:r>
          </a:p>
          <a:p>
            <a:pPr marL="12700" marR="1892935">
              <a:lnSpc>
                <a:spcPct val="121300"/>
              </a:lnSpc>
            </a:pPr>
            <a:endParaRPr lang="ca-ES" sz="1000" dirty="0">
              <a:solidFill>
                <a:srgbClr val="1D1D1B"/>
              </a:solidFill>
              <a:latin typeface="Inter" panose="020B0502030000000004" pitchFamily="34" charset="0"/>
              <a:ea typeface="Inter" panose="020B0502030000000004" pitchFamily="34" charset="0"/>
              <a:cs typeface="Lucida Sans Unicode"/>
            </a:endParaRPr>
          </a:p>
          <a:p>
            <a:pPr marL="12700" marR="1892935">
              <a:lnSpc>
                <a:spcPct val="121300"/>
              </a:lnSpc>
            </a:pPr>
            <a:r>
              <a:rPr lang="ca-ES" sz="1000" b="1" dirty="0">
                <a:solidFill>
                  <a:srgbClr val="C0AA17"/>
                </a:solidFill>
                <a:latin typeface="Inter" panose="020B0502030000000004" pitchFamily="34" charset="0"/>
                <a:ea typeface="Inter" panose="020B0502030000000004" pitchFamily="34" charset="0"/>
                <a:cs typeface="Lucida Sans Unicode"/>
              </a:rPr>
              <a:t>DOLÇ</a:t>
            </a:r>
          </a:p>
          <a:p>
            <a:pPr marL="12700" marR="1892935">
              <a:lnSpc>
                <a:spcPct val="121300"/>
              </a:lnSpc>
            </a:pPr>
            <a:r>
              <a:rPr lang="ca-ES" sz="1000" dirty="0">
                <a:solidFill>
                  <a:srgbClr val="1D1D1B"/>
                </a:solidFill>
                <a:latin typeface="Inter" panose="020B0502030000000004" pitchFamily="34" charset="0"/>
                <a:ea typeface="Inter" panose="020B0502030000000004" pitchFamily="34" charset="0"/>
                <a:cs typeface="Lucida Sans Unicode"/>
              </a:rPr>
              <a:t>2 x </a:t>
            </a:r>
            <a:r>
              <a:rPr lang="ca-ES" sz="1000" dirty="0" err="1">
                <a:solidFill>
                  <a:srgbClr val="1D1D1B"/>
                </a:solidFill>
                <a:latin typeface="Inter" panose="020B0502030000000004" pitchFamily="34" charset="0"/>
                <a:ea typeface="Inter" panose="020B0502030000000004" pitchFamily="34" charset="0"/>
                <a:cs typeface="Lucida Sans Unicode"/>
              </a:rPr>
              <a:t>pax</a:t>
            </a:r>
            <a:r>
              <a:rPr lang="ca-ES" sz="1000" dirty="0">
                <a:solidFill>
                  <a:srgbClr val="1D1D1B"/>
                </a:solidFill>
                <a:latin typeface="Inter" panose="020B0502030000000004" pitchFamily="34" charset="0"/>
                <a:ea typeface="Inter" panose="020B0502030000000004" pitchFamily="34" charset="0"/>
                <a:cs typeface="Lucida Sans Unicode"/>
              </a:rPr>
              <a:t> Mini croissant clàssic mantega </a:t>
            </a:r>
            <a:r>
              <a:rPr lang="ca-ES" sz="600" dirty="0">
                <a:solidFill>
                  <a:srgbClr val="706F6F"/>
                </a:solidFill>
                <a:latin typeface="Inter" panose="020B0502030000000004" pitchFamily="34" charset="0"/>
                <a:ea typeface="Inter" panose="020B0502030000000004" pitchFamily="34" charset="0"/>
                <a:cs typeface="Lucida Sans Unicode"/>
              </a:rPr>
              <a:t>– GLF</a:t>
            </a:r>
          </a:p>
          <a:p>
            <a:pPr marL="12700" marR="1892935">
              <a:lnSpc>
                <a:spcPct val="121300"/>
              </a:lnSpc>
            </a:pPr>
            <a:endParaRPr lang="ca-ES" sz="1000" b="1" dirty="0">
              <a:solidFill>
                <a:srgbClr val="C0AA17"/>
              </a:solidFill>
              <a:latin typeface="Inter" panose="020B0502030000000004" pitchFamily="34" charset="0"/>
              <a:ea typeface="Inter" panose="020B0502030000000004" pitchFamily="34" charset="0"/>
              <a:cs typeface="Lucida Sans Unicode"/>
            </a:endParaRPr>
          </a:p>
        </p:txBody>
      </p:sp>
      <p:sp>
        <p:nvSpPr>
          <p:cNvPr id="8" name="CuadroTexto 7">
            <a:extLst>
              <a:ext uri="{FF2B5EF4-FFF2-40B4-BE49-F238E27FC236}">
                <a16:creationId xmlns:a16="http://schemas.microsoft.com/office/drawing/2014/main" id="{ECCDF75C-855E-BB92-6E0C-351BDF544050}"/>
              </a:ext>
            </a:extLst>
          </p:cNvPr>
          <p:cNvSpPr txBox="1"/>
          <p:nvPr/>
        </p:nvSpPr>
        <p:spPr>
          <a:xfrm>
            <a:off x="1311385" y="3653572"/>
            <a:ext cx="3051488"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s-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rPr>
              <a:t>1 TICKET PER PERSONA</a:t>
            </a:r>
            <a:endParaRPr kumimoji="0" lang="ca-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endParaRPr>
          </a:p>
        </p:txBody>
      </p:sp>
      <p:sp>
        <p:nvSpPr>
          <p:cNvPr id="9" name="object 2">
            <a:extLst>
              <a:ext uri="{FF2B5EF4-FFF2-40B4-BE49-F238E27FC236}">
                <a16:creationId xmlns:a16="http://schemas.microsoft.com/office/drawing/2014/main" id="{721AB50D-A292-B660-D2BB-00028E608825}"/>
              </a:ext>
            </a:extLst>
          </p:cNvPr>
          <p:cNvSpPr txBox="1"/>
          <p:nvPr/>
        </p:nvSpPr>
        <p:spPr>
          <a:xfrm>
            <a:off x="4971880" y="1689685"/>
            <a:ext cx="6513236" cy="3592715"/>
          </a:xfrm>
          <a:prstGeom prst="rect">
            <a:avLst/>
          </a:prstGeom>
        </p:spPr>
        <p:txBody>
          <a:bodyPr vert="horz" wrap="square" lIns="0" tIns="70485" rIns="0" bIns="0" rtlCol="0">
            <a:spAutoFit/>
          </a:bodyPr>
          <a:lstStyle/>
          <a:p>
            <a:pPr marL="12700" marR="1892935">
              <a:lnSpc>
                <a:spcPct val="121300"/>
              </a:lnSpc>
            </a:pPr>
            <a:r>
              <a:rPr lang="ca-ES" sz="1000" b="1" dirty="0">
                <a:solidFill>
                  <a:srgbClr val="C0AA17"/>
                </a:solidFill>
                <a:latin typeface="Inter" panose="020B0502030000000004" pitchFamily="34" charset="0"/>
                <a:ea typeface="Inter" panose="020B0502030000000004" pitchFamily="34" charset="0"/>
                <a:cs typeface="Lucida Sans Unicode"/>
              </a:rPr>
              <a:t>PRIMER</a:t>
            </a:r>
          </a:p>
          <a:p>
            <a:pPr marL="12700" marR="1892935">
              <a:lnSpc>
                <a:spcPct val="121300"/>
              </a:lnSpc>
            </a:pPr>
            <a:r>
              <a:rPr lang="ca-ES" sz="1000" dirty="0">
                <a:solidFill>
                  <a:srgbClr val="1D1D1B"/>
                </a:solidFill>
                <a:latin typeface="Inter" panose="020B0502030000000004" pitchFamily="34" charset="0"/>
                <a:ea typeface="Inter" panose="020B0502030000000004" pitchFamily="34" charset="0"/>
                <a:cs typeface="Lucida Sans Unicode"/>
              </a:rPr>
              <a:t>Llagostins de Sant Carles, </a:t>
            </a:r>
            <a:r>
              <a:rPr lang="ca-ES" sz="1000" dirty="0" err="1">
                <a:solidFill>
                  <a:srgbClr val="1D1D1B"/>
                </a:solidFill>
                <a:latin typeface="Inter" panose="020B0502030000000004" pitchFamily="34" charset="0"/>
                <a:ea typeface="Inter" panose="020B0502030000000004" pitchFamily="34" charset="0"/>
                <a:cs typeface="Lucida Sans Unicode"/>
              </a:rPr>
              <a:t>chutney</a:t>
            </a:r>
            <a:r>
              <a:rPr lang="ca-ES" sz="1000" dirty="0">
                <a:solidFill>
                  <a:srgbClr val="1D1D1B"/>
                </a:solidFill>
                <a:latin typeface="Inter" panose="020B0502030000000004" pitchFamily="34" charset="0"/>
                <a:ea typeface="Inter" panose="020B0502030000000004" pitchFamily="34" charset="0"/>
                <a:cs typeface="Lucida Sans Unicode"/>
              </a:rPr>
              <a:t> de mango, tomàquet, ceba cruixent i vinagreta de menta</a:t>
            </a:r>
          </a:p>
          <a:p>
            <a:pPr marL="12700" marR="1892935">
              <a:lnSpc>
                <a:spcPct val="121300"/>
              </a:lnSpc>
            </a:pPr>
            <a:endParaRPr lang="ca-ES" sz="1000" b="1" dirty="0">
              <a:solidFill>
                <a:srgbClr val="1D1D1B"/>
              </a:solidFill>
              <a:latin typeface="Inter" panose="020B0502030000000004" pitchFamily="34" charset="0"/>
              <a:ea typeface="Inter" panose="020B0502030000000004" pitchFamily="34" charset="0"/>
              <a:cs typeface="Lucida Sans Unicode"/>
            </a:endParaRPr>
          </a:p>
          <a:p>
            <a:pPr marL="12700" marR="1892935">
              <a:lnSpc>
                <a:spcPct val="121300"/>
              </a:lnSpc>
            </a:pPr>
            <a:r>
              <a:rPr lang="ca-ES" sz="1000" b="1" dirty="0">
                <a:solidFill>
                  <a:srgbClr val="C0AA17"/>
                </a:solidFill>
                <a:latin typeface="Inter" panose="020B0502030000000004" pitchFamily="34" charset="0"/>
                <a:ea typeface="Inter" panose="020B0502030000000004" pitchFamily="34" charset="0"/>
                <a:cs typeface="Lucida Sans Unicode"/>
              </a:rPr>
              <a:t>SEGONS</a:t>
            </a:r>
          </a:p>
          <a:p>
            <a:pPr marL="12700" marR="1892935">
              <a:lnSpc>
                <a:spcPct val="121300"/>
              </a:lnSpc>
            </a:pPr>
            <a:r>
              <a:rPr lang="it-IT" sz="1000" dirty="0">
                <a:solidFill>
                  <a:schemeClr val="tx1"/>
                </a:solidFill>
                <a:latin typeface="Inter" panose="020B0502030000000004" pitchFamily="34" charset="0"/>
                <a:ea typeface="Inter" panose="020B0502030000000004" pitchFamily="34" charset="0"/>
                <a:cs typeface="Lucida Sans Unicode"/>
              </a:rPr>
              <a:t>     Vedella cuita a baixa temperatura, amb patata trufada </a:t>
            </a:r>
            <a:r>
              <a:rPr lang="it-IT" sz="1000" dirty="0">
                <a:solidFill>
                  <a:srgbClr val="FF0000"/>
                </a:solidFill>
                <a:highlight>
                  <a:srgbClr val="FFFF00"/>
                </a:highlight>
                <a:latin typeface="Inter" panose="020B0502030000000004" pitchFamily="34" charset="0"/>
                <a:ea typeface="Inter" panose="020B0502030000000004" pitchFamily="34" charset="0"/>
                <a:cs typeface="Lucida Sans Unicode"/>
              </a:rPr>
              <a:t>293 pax </a:t>
            </a:r>
          </a:p>
          <a:p>
            <a:pPr marL="12700" marR="1892935">
              <a:lnSpc>
                <a:spcPct val="121300"/>
              </a:lnSpc>
            </a:pPr>
            <a:r>
              <a:rPr lang="it-IT" sz="1000" dirty="0">
                <a:solidFill>
                  <a:schemeClr val="tx1"/>
                </a:solidFill>
                <a:latin typeface="Inter" panose="020B0502030000000004" pitchFamily="34" charset="0"/>
                <a:ea typeface="Inter" panose="020B0502030000000004" pitchFamily="34" charset="0"/>
                <a:cs typeface="Lucida Sans Unicode"/>
              </a:rPr>
              <a:t>      </a:t>
            </a:r>
          </a:p>
          <a:p>
            <a:pPr marL="12700" marR="1892935">
              <a:lnSpc>
                <a:spcPct val="121300"/>
              </a:lnSpc>
            </a:pPr>
            <a:r>
              <a:rPr lang="it-IT" sz="1000" dirty="0">
                <a:solidFill>
                  <a:schemeClr val="tx1"/>
                </a:solidFill>
                <a:latin typeface="Inter" panose="020B0502030000000004" pitchFamily="34" charset="0"/>
                <a:ea typeface="Inter" panose="020B0502030000000004" pitchFamily="34" charset="0"/>
                <a:cs typeface="Lucida Sans Unicode"/>
              </a:rPr>
              <a:t>      Bacallà a la Catalana </a:t>
            </a:r>
            <a:r>
              <a:rPr lang="it-IT" sz="1000" dirty="0">
                <a:solidFill>
                  <a:srgbClr val="FF0000"/>
                </a:solidFill>
                <a:highlight>
                  <a:srgbClr val="FFFF00"/>
                </a:highlight>
                <a:latin typeface="Inter" panose="020B0502030000000004" pitchFamily="34" charset="0"/>
                <a:ea typeface="Inter" panose="020B0502030000000004" pitchFamily="34" charset="0"/>
                <a:cs typeface="Lucida Sans Unicode"/>
              </a:rPr>
              <a:t>154 pax</a:t>
            </a:r>
          </a:p>
          <a:p>
            <a:pPr marL="12700" marR="1892935">
              <a:lnSpc>
                <a:spcPct val="121300"/>
              </a:lnSpc>
            </a:pPr>
            <a:endParaRPr lang="it-IT" sz="1000" dirty="0">
              <a:solidFill>
                <a:schemeClr val="tx1"/>
              </a:solidFill>
              <a:latin typeface="Inter" panose="020B0502030000000004" pitchFamily="34" charset="0"/>
              <a:ea typeface="Inter" panose="020B0502030000000004" pitchFamily="34" charset="0"/>
              <a:cs typeface="Lucida Sans Unicode"/>
            </a:endParaRPr>
          </a:p>
          <a:p>
            <a:pPr marL="12700" marR="1892935">
              <a:lnSpc>
                <a:spcPct val="121300"/>
              </a:lnSpc>
            </a:pPr>
            <a:r>
              <a:rPr lang="ca-ES" sz="1000" b="1" dirty="0">
                <a:solidFill>
                  <a:srgbClr val="C0AA17"/>
                </a:solidFill>
                <a:latin typeface="Inter" panose="020B0502030000000004" pitchFamily="34" charset="0"/>
                <a:ea typeface="Inter" panose="020B0502030000000004" pitchFamily="34" charset="0"/>
                <a:cs typeface="Lucida Sans Unicode"/>
              </a:rPr>
              <a:t>POSTRE</a:t>
            </a:r>
          </a:p>
          <a:p>
            <a:pPr marL="12700" marR="1892935">
              <a:lnSpc>
                <a:spcPct val="121300"/>
              </a:lnSpc>
            </a:pPr>
            <a:r>
              <a:rPr lang="ca-ES" sz="1000" dirty="0">
                <a:solidFill>
                  <a:schemeClr val="tx1"/>
                </a:solidFill>
                <a:latin typeface="Inter" panose="020B0502030000000004" pitchFamily="34" charset="0"/>
                <a:ea typeface="Inter" panose="020B0502030000000004" pitchFamily="34" charset="0"/>
                <a:cs typeface="Lucida Sans Unicode"/>
              </a:rPr>
              <a:t>Xocolata 70% i passió amb xocolatina </a:t>
            </a:r>
            <a:r>
              <a:rPr lang="ca-ES" sz="1000" dirty="0">
                <a:solidFill>
                  <a:srgbClr val="FF0000"/>
                </a:solidFill>
                <a:highlight>
                  <a:srgbClr val="FFFF00"/>
                </a:highlight>
                <a:latin typeface="Inter" panose="020B0502030000000004" pitchFamily="34" charset="0"/>
                <a:ea typeface="Inter" panose="020B0502030000000004" pitchFamily="34" charset="0"/>
                <a:cs typeface="Lucida Sans Unicode"/>
              </a:rPr>
              <a:t>personalitzada IMPALA – JA DEMANADA</a:t>
            </a:r>
          </a:p>
          <a:p>
            <a:pPr marL="12700" marR="1892935">
              <a:lnSpc>
                <a:spcPct val="121300"/>
              </a:lnSpc>
            </a:pPr>
            <a:endParaRPr lang="ca-ES" sz="1000" b="1" dirty="0">
              <a:solidFill>
                <a:srgbClr val="C0AA17"/>
              </a:solidFill>
              <a:latin typeface="Inter" panose="020B0502030000000004" pitchFamily="34" charset="0"/>
              <a:ea typeface="Inter" panose="020B0502030000000004" pitchFamily="34" charset="0"/>
              <a:cs typeface="Lucida Sans Unicode"/>
            </a:endParaRPr>
          </a:p>
          <a:p>
            <a:pPr marL="12700" marR="1892935">
              <a:lnSpc>
                <a:spcPct val="121300"/>
              </a:lnSpc>
            </a:pPr>
            <a:r>
              <a:rPr lang="ca-ES" sz="1000" b="1" dirty="0">
                <a:solidFill>
                  <a:srgbClr val="C0AA17"/>
                </a:solidFill>
                <a:latin typeface="Inter" panose="020B0502030000000004" pitchFamily="34" charset="0"/>
                <a:ea typeface="Inter" panose="020B0502030000000004" pitchFamily="34" charset="0"/>
                <a:cs typeface="Lucida Sans Unicode"/>
              </a:rPr>
              <a:t>BEGUDES</a:t>
            </a:r>
          </a:p>
          <a:p>
            <a:pPr marL="12700" marR="1892935">
              <a:lnSpc>
                <a:spcPct val="121300"/>
              </a:lnSpc>
            </a:pPr>
            <a:endParaRPr lang="ca-ES" sz="1000" b="1" dirty="0">
              <a:solidFill>
                <a:srgbClr val="C0AA17"/>
              </a:solidFill>
              <a:latin typeface="Inter" panose="020B0502030000000004" pitchFamily="34" charset="0"/>
              <a:ea typeface="Inter" panose="020B0502030000000004" pitchFamily="34" charset="0"/>
              <a:cs typeface="Lucida Sans Unicode"/>
            </a:endParaRPr>
          </a:p>
          <a:p>
            <a:pPr marL="12700" marR="1892935">
              <a:lnSpc>
                <a:spcPct val="121300"/>
              </a:lnSpc>
            </a:pPr>
            <a:r>
              <a:rPr lang="ca-ES" sz="1000" dirty="0">
                <a:solidFill>
                  <a:schemeClr val="tx1"/>
                </a:solidFill>
                <a:latin typeface="Inter" panose="020B0502030000000004" pitchFamily="34" charset="0"/>
                <a:ea typeface="Inter" panose="020B0502030000000004" pitchFamily="34" charset="0"/>
                <a:cs typeface="Lucida Sans Unicode"/>
              </a:rPr>
              <a:t>Vi blanc ANEC MUT</a:t>
            </a:r>
          </a:p>
          <a:p>
            <a:pPr marL="12700" marR="1892935">
              <a:lnSpc>
                <a:spcPct val="121300"/>
              </a:lnSpc>
            </a:pPr>
            <a:r>
              <a:rPr lang="ca-ES" sz="1000" dirty="0">
                <a:solidFill>
                  <a:schemeClr val="tx1"/>
                </a:solidFill>
                <a:latin typeface="Inter" panose="020B0502030000000004" pitchFamily="34" charset="0"/>
                <a:ea typeface="Inter" panose="020B0502030000000004" pitchFamily="34" charset="0"/>
                <a:cs typeface="Lucida Sans Unicode"/>
              </a:rPr>
              <a:t>Vi negre D.O </a:t>
            </a:r>
            <a:r>
              <a:rPr lang="it-IT" sz="1000" dirty="0">
                <a:solidFill>
                  <a:schemeClr val="tx1"/>
                </a:solidFill>
                <a:latin typeface="Inter" panose="020B0502030000000004" pitchFamily="34" charset="0"/>
                <a:ea typeface="Inter" panose="020B0502030000000004" pitchFamily="34" charset="0"/>
                <a:cs typeface="Lucida Sans Unicode"/>
              </a:rPr>
              <a:t>FRA GUERAU CS del Montsant</a:t>
            </a:r>
            <a:endParaRPr lang="ca-ES" sz="1000" dirty="0">
              <a:solidFill>
                <a:schemeClr val="tx1"/>
              </a:solidFill>
              <a:latin typeface="Inter" panose="020B0502030000000004" pitchFamily="34" charset="0"/>
              <a:ea typeface="Inter" panose="020B0502030000000004" pitchFamily="34" charset="0"/>
              <a:cs typeface="Lucida Sans Unicode"/>
            </a:endParaRPr>
          </a:p>
          <a:p>
            <a:pPr marL="12700" marR="1892935">
              <a:lnSpc>
                <a:spcPct val="121300"/>
              </a:lnSpc>
            </a:pPr>
            <a:r>
              <a:rPr lang="ca-ES" sz="1000" dirty="0">
                <a:solidFill>
                  <a:srgbClr val="FF0000"/>
                </a:solidFill>
                <a:latin typeface="Inter" panose="020B0502030000000004" pitchFamily="34" charset="0"/>
                <a:ea typeface="Inter" panose="020B0502030000000004" pitchFamily="34" charset="0"/>
                <a:cs typeface="Lucida Sans Unicode"/>
              </a:rPr>
              <a:t>Cava Privat BN</a:t>
            </a:r>
          </a:p>
          <a:p>
            <a:pPr marL="12700" marR="1892935">
              <a:lnSpc>
                <a:spcPct val="121300"/>
              </a:lnSpc>
            </a:pPr>
            <a:r>
              <a:rPr lang="ca-ES" sz="1000" dirty="0">
                <a:solidFill>
                  <a:schemeClr val="tx1"/>
                </a:solidFill>
                <a:latin typeface="Inter" panose="020B0502030000000004" pitchFamily="34" charset="0"/>
                <a:ea typeface="Inter" panose="020B0502030000000004" pitchFamily="34" charset="0"/>
                <a:cs typeface="Lucida Sans Unicode"/>
              </a:rPr>
              <a:t>Aigües minerals i cafès</a:t>
            </a:r>
          </a:p>
        </p:txBody>
      </p:sp>
      <p:sp>
        <p:nvSpPr>
          <p:cNvPr id="10" name="QuadreDeText 11">
            <a:extLst>
              <a:ext uri="{FF2B5EF4-FFF2-40B4-BE49-F238E27FC236}">
                <a16:creationId xmlns:a16="http://schemas.microsoft.com/office/drawing/2014/main" id="{A6448E8C-042E-1F4C-19D2-5699D8EB1068}"/>
              </a:ext>
            </a:extLst>
          </p:cNvPr>
          <p:cNvSpPr txBox="1"/>
          <p:nvPr/>
        </p:nvSpPr>
        <p:spPr>
          <a:xfrm>
            <a:off x="1088562" y="4113946"/>
            <a:ext cx="3476391" cy="646331"/>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400" noProof="0" dirty="0">
                <a:solidFill>
                  <a:schemeClr val="tx1"/>
                </a:solidFill>
                <a:latin typeface="Arial" panose="020B0604020202020204" pitchFamily="34" charset="0"/>
                <a:ea typeface="Inter" panose="020B0502030000000004" pitchFamily="34" charset="0"/>
                <a:cs typeface="Arial" panose="020B0604020202020204" pitchFamily="34" charset="0"/>
              </a:rPr>
              <a:t>WELCOME</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Hora: 14:30h a 15:00h</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Espai: PÈRGOLA + PLAÇA MAJOR</a:t>
            </a:r>
          </a:p>
        </p:txBody>
      </p:sp>
      <p:sp>
        <p:nvSpPr>
          <p:cNvPr id="11" name="object 2">
            <a:extLst>
              <a:ext uri="{FF2B5EF4-FFF2-40B4-BE49-F238E27FC236}">
                <a16:creationId xmlns:a16="http://schemas.microsoft.com/office/drawing/2014/main" id="{53335BAC-ECE5-3D39-BEF0-F3B75BC25C8D}"/>
              </a:ext>
            </a:extLst>
          </p:cNvPr>
          <p:cNvSpPr txBox="1"/>
          <p:nvPr/>
        </p:nvSpPr>
        <p:spPr>
          <a:xfrm>
            <a:off x="1154994" y="4804272"/>
            <a:ext cx="7928741" cy="2289281"/>
          </a:xfrm>
          <a:prstGeom prst="rect">
            <a:avLst/>
          </a:prstGeom>
        </p:spPr>
        <p:txBody>
          <a:bodyPr vert="horz" wrap="square" lIns="0" tIns="70485" rIns="0" bIns="0" rtlCol="0">
            <a:spAutoFit/>
          </a:bodyPr>
          <a:lstStyle/>
          <a:p>
            <a:pPr marL="12700" marR="5080">
              <a:lnSpc>
                <a:spcPct val="121200"/>
              </a:lnSpc>
            </a:pPr>
            <a:r>
              <a:rPr lang="ca-ES" sz="1000" b="1" dirty="0">
                <a:solidFill>
                  <a:srgbClr val="C0AA17"/>
                </a:solidFill>
                <a:latin typeface="Inter" panose="020B0502030000000004" pitchFamily="34" charset="0"/>
                <a:ea typeface="Inter" panose="020B0502030000000004" pitchFamily="34" charset="0"/>
                <a:cs typeface="Lucida Sans Unicode"/>
              </a:rPr>
              <a:t>SNACKS</a:t>
            </a:r>
            <a:endParaRPr lang="ca-ES" sz="1000" b="1" noProof="0" dirty="0">
              <a:solidFill>
                <a:srgbClr val="C0AA17"/>
              </a:solidFill>
              <a:latin typeface="Inter" panose="020B0502030000000004" pitchFamily="34" charset="0"/>
              <a:ea typeface="Inter" panose="020B0502030000000004" pitchFamily="34" charset="0"/>
              <a:cs typeface="Lucida Sans Unicode"/>
            </a:endParaRPr>
          </a:p>
          <a:p>
            <a:pPr marL="12700" marR="5080">
              <a:lnSpc>
                <a:spcPct val="121200"/>
              </a:lnSpc>
            </a:pPr>
            <a:r>
              <a:rPr lang="ca-ES" sz="1000" noProof="0" dirty="0">
                <a:solidFill>
                  <a:srgbClr val="1D1D1B"/>
                </a:solidFill>
                <a:latin typeface="Inter" panose="020B0502030000000004" pitchFamily="34" charset="0"/>
                <a:ea typeface="Inter" panose="020B0502030000000004" pitchFamily="34" charset="0"/>
                <a:cs typeface="Lucida Sans Unicode"/>
              </a:rPr>
              <a:t>Chips de patates</a:t>
            </a:r>
          </a:p>
          <a:p>
            <a:pPr marL="12700" marR="5080">
              <a:lnSpc>
                <a:spcPct val="121200"/>
              </a:lnSpc>
            </a:pPr>
            <a:r>
              <a:rPr lang="ca-ES" sz="1000" noProof="0" dirty="0">
                <a:solidFill>
                  <a:srgbClr val="1D1D1B"/>
                </a:solidFill>
                <a:latin typeface="Inter" panose="020B0502030000000004" pitchFamily="34" charset="0"/>
                <a:ea typeface="Inter" panose="020B0502030000000004" pitchFamily="34" charset="0"/>
                <a:cs typeface="Lucida Sans Unicode"/>
              </a:rPr>
              <a:t>Olives farcides</a:t>
            </a:r>
          </a:p>
          <a:p>
            <a:pPr marL="12700" marR="5080">
              <a:lnSpc>
                <a:spcPct val="121200"/>
              </a:lnSpc>
            </a:pPr>
            <a:r>
              <a:rPr lang="ca-ES" sz="1000" noProof="0" dirty="0">
                <a:solidFill>
                  <a:srgbClr val="1D1D1B"/>
                </a:solidFill>
                <a:latin typeface="Inter" panose="020B0502030000000004" pitchFamily="34" charset="0"/>
                <a:ea typeface="Inter" panose="020B0502030000000004" pitchFamily="34" charset="0"/>
                <a:cs typeface="Lucida Sans Unicode"/>
              </a:rPr>
              <a:t>Mini fuets</a:t>
            </a:r>
          </a:p>
          <a:p>
            <a:pPr marL="12700" marR="5080">
              <a:lnSpc>
                <a:spcPct val="121200"/>
              </a:lnSpc>
            </a:pPr>
            <a:endParaRPr lang="ca-ES" sz="1000" dirty="0">
              <a:solidFill>
                <a:srgbClr val="1D1D1B"/>
              </a:solidFill>
              <a:latin typeface="Inter" panose="020B0502030000000004" pitchFamily="34" charset="0"/>
              <a:ea typeface="Inter" panose="020B0502030000000004" pitchFamily="34" charset="0"/>
              <a:cs typeface="Lucida Sans Unicode"/>
            </a:endParaRPr>
          </a:p>
          <a:p>
            <a:pPr marL="12700" marR="1892935">
              <a:lnSpc>
                <a:spcPct val="121300"/>
              </a:lnSpc>
            </a:pPr>
            <a:r>
              <a:rPr lang="ca-ES" sz="1000" b="1" dirty="0">
                <a:solidFill>
                  <a:srgbClr val="C0AA17"/>
                </a:solidFill>
                <a:latin typeface="Inter" panose="020B0502030000000004" pitchFamily="34" charset="0"/>
                <a:ea typeface="Inter" panose="020B0502030000000004" pitchFamily="34" charset="0"/>
                <a:cs typeface="Lucida Sans Unicode"/>
              </a:rPr>
              <a:t>BEGUDES</a:t>
            </a:r>
          </a:p>
          <a:p>
            <a:pPr marL="12700" marR="1892935">
              <a:lnSpc>
                <a:spcPct val="121300"/>
              </a:lnSpc>
            </a:pPr>
            <a:r>
              <a:rPr lang="ca-ES" sz="1000" dirty="0">
                <a:solidFill>
                  <a:schemeClr val="tx1"/>
                </a:solidFill>
                <a:latin typeface="Inter" panose="020B0502030000000004" pitchFamily="34" charset="0"/>
                <a:ea typeface="Inter" panose="020B0502030000000004" pitchFamily="34" charset="0"/>
                <a:cs typeface="Lucida Sans Unicode"/>
              </a:rPr>
              <a:t>Vi blanc ANEC MUT</a:t>
            </a:r>
          </a:p>
          <a:p>
            <a:pPr marL="12700" marR="1892935">
              <a:lnSpc>
                <a:spcPct val="121300"/>
              </a:lnSpc>
            </a:pPr>
            <a:r>
              <a:rPr lang="ca-ES" sz="1000" dirty="0">
                <a:solidFill>
                  <a:schemeClr val="tx1"/>
                </a:solidFill>
                <a:latin typeface="Inter" panose="020B0502030000000004" pitchFamily="34" charset="0"/>
                <a:ea typeface="Inter" panose="020B0502030000000004" pitchFamily="34" charset="0"/>
                <a:cs typeface="Lucida Sans Unicode"/>
              </a:rPr>
              <a:t>Vi negre D.O </a:t>
            </a:r>
            <a:r>
              <a:rPr lang="it-IT" sz="1000" dirty="0">
                <a:solidFill>
                  <a:schemeClr val="tx1"/>
                </a:solidFill>
                <a:latin typeface="Inter" panose="020B0502030000000004" pitchFamily="34" charset="0"/>
                <a:ea typeface="Inter" panose="020B0502030000000004" pitchFamily="34" charset="0"/>
                <a:cs typeface="Lucida Sans Unicode"/>
              </a:rPr>
              <a:t>FRA GUERAU CS del Montsant</a:t>
            </a:r>
            <a:endParaRPr lang="ca-ES" sz="1000" dirty="0">
              <a:solidFill>
                <a:schemeClr val="tx1"/>
              </a:solidFill>
              <a:latin typeface="Inter" panose="020B0502030000000004" pitchFamily="34" charset="0"/>
              <a:ea typeface="Inter" panose="020B0502030000000004" pitchFamily="34" charset="0"/>
              <a:cs typeface="Lucida Sans Unicode"/>
            </a:endParaRPr>
          </a:p>
          <a:p>
            <a:pPr marL="12700" marR="1892935">
              <a:lnSpc>
                <a:spcPct val="121300"/>
              </a:lnSpc>
            </a:pPr>
            <a:r>
              <a:rPr lang="ca-ES" sz="1000" dirty="0">
                <a:solidFill>
                  <a:srgbClr val="FF0000"/>
                </a:solidFill>
                <a:latin typeface="Inter" panose="020B0502030000000004" pitchFamily="34" charset="0"/>
                <a:ea typeface="Inter" panose="020B0502030000000004" pitchFamily="34" charset="0"/>
                <a:cs typeface="Lucida Sans Unicode"/>
              </a:rPr>
              <a:t>Cava Privat BN</a:t>
            </a:r>
          </a:p>
          <a:p>
            <a:pPr marL="12700" marR="1892935">
              <a:lnSpc>
                <a:spcPct val="121300"/>
              </a:lnSpc>
            </a:pPr>
            <a:r>
              <a:rPr lang="ca-ES" sz="1000" dirty="0">
                <a:solidFill>
                  <a:schemeClr val="tx1"/>
                </a:solidFill>
                <a:latin typeface="Inter" panose="020B0502030000000004" pitchFamily="34" charset="0"/>
                <a:ea typeface="Inter" panose="020B0502030000000004" pitchFamily="34" charset="0"/>
                <a:cs typeface="Lucida Sans Unicode"/>
              </a:rPr>
              <a:t>Aigües minerals i cafès</a:t>
            </a:r>
          </a:p>
          <a:p>
            <a:pPr marL="12700" marR="5080">
              <a:lnSpc>
                <a:spcPct val="121200"/>
              </a:lnSpc>
            </a:pPr>
            <a:endParaRPr lang="ca-ES" sz="1000" noProof="0" dirty="0">
              <a:solidFill>
                <a:srgbClr val="1D1D1B"/>
              </a:solidFill>
              <a:latin typeface="Inter" panose="020B0502030000000004" pitchFamily="34" charset="0"/>
              <a:ea typeface="Inter" panose="020B0502030000000004" pitchFamily="34" charset="0"/>
              <a:cs typeface="Lucida Sans Unicode"/>
            </a:endParaRPr>
          </a:p>
          <a:p>
            <a:pPr marL="12700" marR="5080">
              <a:lnSpc>
                <a:spcPct val="121200"/>
              </a:lnSpc>
            </a:pPr>
            <a:endParaRPr lang="ca-ES" sz="1000" dirty="0">
              <a:solidFill>
                <a:schemeClr val="tx1"/>
              </a:solidFill>
              <a:latin typeface="Inter" panose="020B0502030000000004" pitchFamily="34" charset="0"/>
              <a:ea typeface="Inter" panose="020B0502030000000004" pitchFamily="34" charset="0"/>
              <a:cs typeface="Lucida Sans Unicode"/>
            </a:endParaRPr>
          </a:p>
        </p:txBody>
      </p:sp>
      <p:sp>
        <p:nvSpPr>
          <p:cNvPr id="13" name="Elipse 12">
            <a:extLst>
              <a:ext uri="{FF2B5EF4-FFF2-40B4-BE49-F238E27FC236}">
                <a16:creationId xmlns:a16="http://schemas.microsoft.com/office/drawing/2014/main" id="{01A6047D-646D-91F6-ABEB-D462A9A28ED0}"/>
              </a:ext>
            </a:extLst>
          </p:cNvPr>
          <p:cNvSpPr/>
          <p:nvPr/>
        </p:nvSpPr>
        <p:spPr>
          <a:xfrm>
            <a:off x="4932379" y="2674632"/>
            <a:ext cx="164628" cy="144016"/>
          </a:xfrm>
          <a:prstGeom prst="ellipse">
            <a:avLst/>
          </a:prstGeom>
          <a:solidFill>
            <a:srgbClr val="FF0000"/>
          </a:solidFill>
          <a:ln w="25400" cap="flat">
            <a:solidFill>
              <a:srgbClr val="FF0000"/>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a:ln>
                <a:noFill/>
              </a:ln>
              <a:solidFill>
                <a:srgbClr val="000000"/>
              </a:solidFill>
              <a:effectLst/>
              <a:uFillTx/>
              <a:latin typeface="Calibri"/>
              <a:ea typeface="Calibri"/>
              <a:cs typeface="Calibri"/>
              <a:sym typeface="Calibri"/>
            </a:endParaRPr>
          </a:p>
        </p:txBody>
      </p:sp>
      <p:sp>
        <p:nvSpPr>
          <p:cNvPr id="18" name="Elipse 17">
            <a:extLst>
              <a:ext uri="{FF2B5EF4-FFF2-40B4-BE49-F238E27FC236}">
                <a16:creationId xmlns:a16="http://schemas.microsoft.com/office/drawing/2014/main" id="{BDB60525-3E45-AC8A-4C53-6C5114958976}"/>
              </a:ext>
            </a:extLst>
          </p:cNvPr>
          <p:cNvSpPr/>
          <p:nvPr/>
        </p:nvSpPr>
        <p:spPr>
          <a:xfrm>
            <a:off x="4947619" y="3069497"/>
            <a:ext cx="164628" cy="144016"/>
          </a:xfrm>
          <a:prstGeom prst="ellipse">
            <a:avLst/>
          </a:prstGeom>
          <a:solidFill>
            <a:srgbClr val="0070C0"/>
          </a:solidFill>
          <a:ln w="25400" cap="flat">
            <a:solidFill>
              <a:srgbClr val="0070C0"/>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a:ln>
                <a:noFill/>
              </a:ln>
              <a:solidFill>
                <a:srgbClr val="000000"/>
              </a:solidFill>
              <a:effectLst/>
              <a:uFillTx/>
              <a:latin typeface="Calibri"/>
              <a:ea typeface="Calibri"/>
              <a:cs typeface="Calibri"/>
              <a:sym typeface="Calibri"/>
            </a:endParaRPr>
          </a:p>
        </p:txBody>
      </p:sp>
      <p:sp>
        <p:nvSpPr>
          <p:cNvPr id="19" name="CuadroTexto 18">
            <a:extLst>
              <a:ext uri="{FF2B5EF4-FFF2-40B4-BE49-F238E27FC236}">
                <a16:creationId xmlns:a16="http://schemas.microsoft.com/office/drawing/2014/main" id="{E8C9D83D-846D-4DBF-40C1-B424019B4230}"/>
              </a:ext>
            </a:extLst>
          </p:cNvPr>
          <p:cNvSpPr txBox="1"/>
          <p:nvPr/>
        </p:nvSpPr>
        <p:spPr>
          <a:xfrm>
            <a:off x="2067876" y="5449088"/>
            <a:ext cx="3051488" cy="338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s-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rPr>
              <a:t>1 TICKET PER PERSONA</a:t>
            </a:r>
            <a:endParaRPr kumimoji="0" lang="ca-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endParaRPr>
          </a:p>
        </p:txBody>
      </p:sp>
      <p:sp>
        <p:nvSpPr>
          <p:cNvPr id="3" name="CuadroTexto 2">
            <a:extLst>
              <a:ext uri="{FF2B5EF4-FFF2-40B4-BE49-F238E27FC236}">
                <a16:creationId xmlns:a16="http://schemas.microsoft.com/office/drawing/2014/main" id="{2D67B9EE-3E65-9D7B-AF1D-27108C12A13F}"/>
              </a:ext>
            </a:extLst>
          </p:cNvPr>
          <p:cNvSpPr txBox="1"/>
          <p:nvPr/>
        </p:nvSpPr>
        <p:spPr>
          <a:xfrm>
            <a:off x="4971880" y="5465331"/>
            <a:ext cx="4589632" cy="923328"/>
          </a:xfrm>
          <a:prstGeom prst="rect">
            <a:avLst/>
          </a:prstGeom>
          <a:noFill/>
          <a:ln w="12700" cap="flat">
            <a:solidFill>
              <a:schemeClr val="accent2"/>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s-ES" sz="1800" b="1" i="0" u="none" strike="noStrike" cap="none" spc="0" normalizeH="0" baseline="0" dirty="0">
                <a:ln>
                  <a:noFill/>
                </a:ln>
                <a:solidFill>
                  <a:srgbClr val="FF0000"/>
                </a:solidFill>
                <a:effectLst/>
                <a:highlight>
                  <a:srgbClr val="FFFF00"/>
                </a:highlight>
                <a:uFillTx/>
                <a:latin typeface="Calibri"/>
                <a:ea typeface="Calibri"/>
                <a:cs typeface="Calibri"/>
                <a:sym typeface="Calibri"/>
              </a:rPr>
              <a:t>MENÚS ESPECIALS</a:t>
            </a:r>
          </a:p>
          <a:p>
            <a:pPr marL="0" marR="0" indent="0" algn="l" defTabSz="914400" rtl="0" fontAlgn="auto" latinLnBrk="1" hangingPunct="0">
              <a:lnSpc>
                <a:spcPct val="100000"/>
              </a:lnSpc>
              <a:spcBef>
                <a:spcPts val="0"/>
              </a:spcBef>
              <a:spcAft>
                <a:spcPts val="0"/>
              </a:spcAft>
              <a:buClrTx/>
              <a:buSzTx/>
              <a:buFontTx/>
              <a:buNone/>
              <a:tabLst/>
            </a:pPr>
            <a:r>
              <a:rPr lang="ca-ES" dirty="0"/>
              <a:t>3 CELIACS: Josep </a:t>
            </a:r>
            <a:r>
              <a:rPr lang="ca-ES" dirty="0" err="1"/>
              <a:t>Vilaspasa</a:t>
            </a:r>
            <a:r>
              <a:rPr lang="ca-ES" dirty="0"/>
              <a:t> (t10), Romà Bernadó (t20) i Erik Alarma (t22)</a:t>
            </a:r>
            <a:endParaRPr kumimoji="0" lang="ca-ES" sz="1800" b="1" i="0" u="none" strike="noStrike" cap="none" spc="0" normalizeH="0" baseline="0" dirty="0">
              <a:ln>
                <a:noFill/>
              </a:ln>
              <a:solidFill>
                <a:srgbClr val="FF0000"/>
              </a:solidFill>
              <a:effectLst/>
              <a:highlight>
                <a:srgbClr val="FFFF00"/>
              </a:highlight>
              <a:uFillTx/>
              <a:latin typeface="Calibri"/>
              <a:ea typeface="Calibri"/>
              <a:cs typeface="Calibri"/>
              <a:sym typeface="Calibri"/>
            </a:endParaRPr>
          </a:p>
        </p:txBody>
      </p:sp>
    </p:spTree>
    <p:extLst>
      <p:ext uri="{BB962C8B-B14F-4D97-AF65-F5344CB8AC3E}">
        <p14:creationId xmlns:p14="http://schemas.microsoft.com/office/powerpoint/2010/main" val="3104749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6B0D3-7F20-F532-3B13-A1A7EE815AA5}"/>
            </a:ext>
          </a:extLst>
        </p:cNvPr>
        <p:cNvGrpSpPr/>
        <p:nvPr/>
      </p:nvGrpSpPr>
      <p:grpSpPr>
        <a:xfrm>
          <a:off x="0" y="0"/>
          <a:ext cx="0" cy="0"/>
          <a:chOff x="0" y="0"/>
          <a:chExt cx="0" cy="0"/>
        </a:xfrm>
      </p:grpSpPr>
      <p:sp>
        <p:nvSpPr>
          <p:cNvPr id="65" name="Shape 65">
            <a:extLst>
              <a:ext uri="{FF2B5EF4-FFF2-40B4-BE49-F238E27FC236}">
                <a16:creationId xmlns:a16="http://schemas.microsoft.com/office/drawing/2014/main" id="{45DC37FF-AC3E-1C5D-8948-557EE7DDBEAC}"/>
              </a:ext>
            </a:extLst>
          </p:cNvPr>
          <p:cNvSpPr/>
          <p:nvPr/>
        </p:nvSpPr>
        <p:spPr>
          <a:xfrm flipH="1">
            <a:off x="5397996" y="800567"/>
            <a:ext cx="0" cy="4093223"/>
          </a:xfrm>
          <a:prstGeom prst="line">
            <a:avLst/>
          </a:prstGeom>
          <a:ln>
            <a:solidFill>
              <a:srgbClr val="808080"/>
            </a:solidFill>
          </a:ln>
        </p:spPr>
        <p:txBody>
          <a:bodyPr lIns="0" tIns="0" rIns="0" bIns="0"/>
          <a:lstStyle/>
          <a:p>
            <a:pPr lvl="0" defTabSz="457200">
              <a:defRPr sz="1200">
                <a:latin typeface="+mj-lt"/>
                <a:ea typeface="+mj-ea"/>
                <a:cs typeface="+mj-cs"/>
                <a:sym typeface="Helvetica"/>
              </a:defRPr>
            </a:pPr>
            <a:endParaRPr lang="ca-ES" noProof="0" dirty="0"/>
          </a:p>
        </p:txBody>
      </p:sp>
      <p:sp>
        <p:nvSpPr>
          <p:cNvPr id="7" name="Rectangle 6">
            <a:extLst>
              <a:ext uri="{FF2B5EF4-FFF2-40B4-BE49-F238E27FC236}">
                <a16:creationId xmlns:a16="http://schemas.microsoft.com/office/drawing/2014/main" id="{08BE5CCC-E4D1-3B22-2D83-43FC72E9EFB2}"/>
              </a:ext>
            </a:extLst>
          </p:cNvPr>
          <p:cNvSpPr/>
          <p:nvPr/>
        </p:nvSpPr>
        <p:spPr>
          <a:xfrm>
            <a:off x="1162379" y="174450"/>
            <a:ext cx="1558373" cy="408123"/>
          </a:xfrm>
          <a:prstGeom prst="rect">
            <a:avLst/>
          </a:prstGeom>
          <a:solidFill>
            <a:srgbClr val="FFFFFF"/>
          </a:solidFill>
          <a:ln w="25400" cap="flat">
            <a:solidFill>
              <a:schemeClr val="tx1"/>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1" hangingPunct="0">
              <a:lnSpc>
                <a:spcPct val="114000"/>
              </a:lnSpc>
              <a:spcBef>
                <a:spcPts val="0"/>
              </a:spcBef>
              <a:spcAft>
                <a:spcPts val="0"/>
              </a:spcAft>
              <a:buClrTx/>
              <a:buSzTx/>
              <a:buFontTx/>
              <a:buNone/>
              <a:tabLst/>
            </a:pPr>
            <a:r>
              <a:rPr kumimoji="0" lang="ca-ES" sz="1800" i="0" u="none" strike="noStrike" cap="none" spc="0" normalizeH="0" baseline="0" noProof="0" dirty="0">
                <a:ln>
                  <a:noFill/>
                </a:ln>
                <a:solidFill>
                  <a:srgbClr val="000000"/>
                </a:solidFill>
                <a:effectLst/>
                <a:uFillTx/>
                <a:latin typeface="Ogg" panose="02090504080706030203" pitchFamily="18" charset="0"/>
                <a:sym typeface="Calibri"/>
              </a:rPr>
              <a:t>MUNTATGE</a:t>
            </a:r>
          </a:p>
        </p:txBody>
      </p:sp>
      <p:sp>
        <p:nvSpPr>
          <p:cNvPr id="13" name="QuadreDeText 12">
            <a:extLst>
              <a:ext uri="{FF2B5EF4-FFF2-40B4-BE49-F238E27FC236}">
                <a16:creationId xmlns:a16="http://schemas.microsoft.com/office/drawing/2014/main" id="{2D6C4530-6085-6E1A-6996-D405A5A34FCD}"/>
              </a:ext>
            </a:extLst>
          </p:cNvPr>
          <p:cNvSpPr txBox="1"/>
          <p:nvPr/>
        </p:nvSpPr>
        <p:spPr>
          <a:xfrm>
            <a:off x="1150272" y="5858985"/>
            <a:ext cx="8255115" cy="805349"/>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lnSpc>
                <a:spcPct val="150000"/>
              </a:lnSpc>
            </a:pPr>
            <a:r>
              <a:rPr lang="ca-ES" sz="1200" b="1" noProof="0" dirty="0">
                <a:solidFill>
                  <a:srgbClr val="FF0000"/>
                </a:solidFill>
                <a:latin typeface="Inter" panose="020B0502030000000004" pitchFamily="34" charset="0"/>
                <a:ea typeface="Inter" panose="020B0502030000000004" pitchFamily="34" charset="0"/>
                <a:cs typeface="Arial" pitchFamily="34" charset="0"/>
              </a:rPr>
              <a:t>IMPORTANT</a:t>
            </a:r>
            <a:r>
              <a:rPr lang="ca-ES" sz="1200" dirty="0">
                <a:solidFill>
                  <a:srgbClr val="FF0000"/>
                </a:solidFill>
                <a:highlight>
                  <a:srgbClr val="FFFF00"/>
                </a:highlight>
                <a:latin typeface="Arial" panose="020B0604020202020204" pitchFamily="34" charset="0"/>
                <a:ea typeface="Calibri" panose="020F0502020204030204" pitchFamily="34" charset="0"/>
                <a:cs typeface="Arial" panose="020B0604020202020204" pitchFamily="34" charset="0"/>
              </a:rPr>
              <a:t> ENTRADES I SORTIDES DE CAMIONS:</a:t>
            </a:r>
          </a:p>
          <a:p>
            <a:pPr marL="314954" lvl="0" indent="-314954" algn="l" defTabSz="736350">
              <a:lnSpc>
                <a:spcPts val="1300"/>
              </a:lnSpc>
              <a:spcBef>
                <a:spcPts val="400"/>
              </a:spcBef>
            </a:pPr>
            <a:r>
              <a:rPr lang="ca-ES" sz="1200" dirty="0">
                <a:solidFill>
                  <a:srgbClr val="FF0000"/>
                </a:solidFill>
                <a:latin typeface="Arial" panose="020B0604020202020204" pitchFamily="34" charset="0"/>
                <a:ea typeface="Calibri" panose="020F0502020204030204" pitchFamily="34" charset="0"/>
                <a:cs typeface="Arial" panose="020B0604020202020204" pitchFamily="34" charset="0"/>
              </a:rPr>
              <a:t>1r camió – de 6:00h a 7:30h</a:t>
            </a:r>
          </a:p>
          <a:p>
            <a:pPr marL="314954" lvl="0" indent="-314954" algn="l" defTabSz="736350">
              <a:lnSpc>
                <a:spcPts val="1300"/>
              </a:lnSpc>
              <a:spcBef>
                <a:spcPts val="400"/>
              </a:spcBef>
            </a:pPr>
            <a:r>
              <a:rPr lang="ca-ES" sz="1200" dirty="0">
                <a:solidFill>
                  <a:srgbClr val="FF0000"/>
                </a:solidFill>
                <a:latin typeface="Arial" panose="020B0604020202020204" pitchFamily="34" charset="0"/>
                <a:ea typeface="Calibri" panose="020F0502020204030204" pitchFamily="34" charset="0"/>
                <a:cs typeface="Arial" panose="020B0604020202020204" pitchFamily="34" charset="0"/>
              </a:rPr>
              <a:t>2n camió – a partir de les 9:30h</a:t>
            </a:r>
          </a:p>
        </p:txBody>
      </p:sp>
      <p:sp>
        <p:nvSpPr>
          <p:cNvPr id="14" name="Marcador de número de diapositiva 1">
            <a:extLst>
              <a:ext uri="{FF2B5EF4-FFF2-40B4-BE49-F238E27FC236}">
                <a16:creationId xmlns:a16="http://schemas.microsoft.com/office/drawing/2014/main" id="{825B6E3E-7EBD-A12D-F91E-8D038CE61B4D}"/>
              </a:ext>
            </a:extLst>
          </p:cNvPr>
          <p:cNvSpPr>
            <a:spLocks noGrp="1"/>
          </p:cNvSpPr>
          <p:nvPr>
            <p:ph type="sldNum" sz="quarter" idx="2"/>
          </p:nvPr>
        </p:nvSpPr>
        <p:spPr>
          <a:xfrm>
            <a:off x="9561512" y="6491396"/>
            <a:ext cx="223168" cy="269241"/>
          </a:xfrm>
        </p:spPr>
        <p:txBody>
          <a:bodyPr/>
          <a:lstStyle/>
          <a:p>
            <a:pPr lvl="0"/>
            <a:fld id="{86CB4B4D-7CA3-9044-876B-883B54F8677D}" type="slidenum">
              <a:rPr lang="ca-ES" noProof="0" smtClean="0"/>
              <a:pPr lvl="0"/>
              <a:t>3</a:t>
            </a:fld>
            <a:endParaRPr lang="ca-ES" noProof="0" dirty="0"/>
          </a:p>
        </p:txBody>
      </p:sp>
      <p:sp>
        <p:nvSpPr>
          <p:cNvPr id="19" name="QuadreDeText 18">
            <a:extLst>
              <a:ext uri="{FF2B5EF4-FFF2-40B4-BE49-F238E27FC236}">
                <a16:creationId xmlns:a16="http://schemas.microsoft.com/office/drawing/2014/main" id="{986B7455-8CC7-5E45-118D-B5912C561D45}"/>
              </a:ext>
            </a:extLst>
          </p:cNvPr>
          <p:cNvSpPr txBox="1"/>
          <p:nvPr/>
        </p:nvSpPr>
        <p:spPr>
          <a:xfrm>
            <a:off x="7103823" y="5927751"/>
            <a:ext cx="2138206" cy="338554"/>
          </a:xfrm>
          <a:prstGeom prst="rect">
            <a:avLst/>
          </a:prstGeom>
          <a:noFill/>
          <a:ln w="381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600" b="1" noProof="0" dirty="0">
                <a:solidFill>
                  <a:schemeClr val="tx1"/>
                </a:solidFill>
                <a:latin typeface="Inter" panose="020B0502030000000004" pitchFamily="34" charset="0"/>
                <a:ea typeface="Inter" panose="020B0502030000000004" pitchFamily="34" charset="0"/>
                <a:cs typeface="Arial" pitchFamily="34" charset="0"/>
              </a:rPr>
              <a:t>NOTES DEL SERVEI</a:t>
            </a:r>
          </a:p>
        </p:txBody>
      </p:sp>
      <p:sp>
        <p:nvSpPr>
          <p:cNvPr id="18" name="QuadreDeText 17">
            <a:extLst>
              <a:ext uri="{FF2B5EF4-FFF2-40B4-BE49-F238E27FC236}">
                <a16:creationId xmlns:a16="http://schemas.microsoft.com/office/drawing/2014/main" id="{E41D45D0-D2BE-1A85-3E0A-0D57A0F1A95C}"/>
              </a:ext>
            </a:extLst>
          </p:cNvPr>
          <p:cNvSpPr txBox="1"/>
          <p:nvPr/>
        </p:nvSpPr>
        <p:spPr>
          <a:xfrm>
            <a:off x="1161867" y="1492859"/>
            <a:ext cx="3575110" cy="35855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ca-ES" sz="1200" noProof="0" dirty="0">
                <a:latin typeface="Inter" panose="020B0502030000000004" pitchFamily="34" charset="0"/>
                <a:ea typeface="Inter" panose="020B0502030000000004" pitchFamily="34" charset="0"/>
                <a:cs typeface="Arial" pitchFamily="34" charset="0"/>
              </a:rPr>
              <a:t>Barres </a:t>
            </a:r>
            <a:r>
              <a:rPr lang="ca-ES" sz="1050" noProof="0" dirty="0">
                <a:latin typeface="Inter" panose="020B0502030000000004" pitchFamily="34" charset="0"/>
                <a:ea typeface="Inter" panose="020B0502030000000004" pitchFamily="34" charset="0"/>
                <a:cs typeface="Arial" pitchFamily="34" charset="0"/>
              </a:rPr>
              <a:t>(1,83x0,76): 2 Barres de 3 taules </a:t>
            </a:r>
            <a:endParaRPr lang="ca-ES" sz="1050" dirty="0">
              <a:latin typeface="Inter" panose="020B0502030000000004" pitchFamily="34" charset="0"/>
              <a:ea typeface="Inter" panose="020B0502030000000004" pitchFamily="34" charset="0"/>
              <a:cs typeface="Arial" pitchFamily="34" charset="0"/>
            </a:endParaRPr>
          </a:p>
          <a:p>
            <a:r>
              <a:rPr lang="ca-ES" sz="1200" noProof="0" dirty="0">
                <a:latin typeface="Inter" panose="020B0502030000000004" pitchFamily="34" charset="0"/>
                <a:ea typeface="Inter" panose="020B0502030000000004" pitchFamily="34" charset="0"/>
                <a:cs typeface="Arial" pitchFamily="34" charset="0"/>
              </a:rPr>
              <a:t>Estovalles de la barra: color negre</a:t>
            </a:r>
          </a:p>
          <a:p>
            <a:pPr lvl="0"/>
            <a:r>
              <a:rPr lang="ca-ES" sz="1200" noProof="0" dirty="0">
                <a:latin typeface="Inter" panose="020B0502030000000004" pitchFamily="34" charset="0"/>
                <a:ea typeface="Inter" panose="020B0502030000000004" pitchFamily="34" charset="0"/>
                <a:cs typeface="Arial" pitchFamily="34" charset="0"/>
                <a:sym typeface="Arial"/>
              </a:rPr>
              <a:t>Taules:  10 taules rodones 180 cm</a:t>
            </a:r>
          </a:p>
          <a:p>
            <a:pPr marL="171450" lvl="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sym typeface="Arial"/>
              </a:rPr>
              <a:t>Estovalles de les taules: blanc </a:t>
            </a:r>
          </a:p>
          <a:p>
            <a:pPr lvl="0"/>
            <a:r>
              <a:rPr lang="ca-ES" sz="1200" noProof="0" dirty="0">
                <a:latin typeface="Inter" panose="020B0502030000000004" pitchFamily="34" charset="0"/>
                <a:ea typeface="Inter" panose="020B0502030000000004" pitchFamily="34" charset="0"/>
                <a:cs typeface="Arial" pitchFamily="34" charset="0"/>
                <a:sym typeface="Arial"/>
              </a:rPr>
              <a:t>Cadires/Tamborets: no </a:t>
            </a:r>
          </a:p>
          <a:p>
            <a:pPr lvl="0"/>
            <a:endParaRPr lang="ca-ES" sz="800" noProof="0" dirty="0">
              <a:latin typeface="Inter" panose="020B0502030000000004" pitchFamily="34" charset="0"/>
              <a:ea typeface="Inter" panose="020B0502030000000004" pitchFamily="34" charset="0"/>
              <a:cs typeface="Arial" pitchFamily="34" charset="0"/>
              <a:sym typeface="Arial"/>
            </a:endParaRPr>
          </a:p>
          <a:p>
            <a:pPr lvl="0"/>
            <a:r>
              <a:rPr lang="ca-ES" sz="1200" dirty="0">
                <a:latin typeface="Inter" panose="020B0502030000000004" pitchFamily="34" charset="0"/>
                <a:ea typeface="Inter" panose="020B0502030000000004" pitchFamily="34" charset="0"/>
                <a:cs typeface="Arial" pitchFamily="34" charset="0"/>
                <a:sym typeface="Arial"/>
              </a:rPr>
              <a:t>Tovallons: eco</a:t>
            </a:r>
            <a:endParaRPr lang="ca-ES" sz="1200" noProof="0" dirty="0">
              <a:latin typeface="Inter" panose="020B0502030000000004" pitchFamily="34" charset="0"/>
              <a:ea typeface="Inter" panose="020B0502030000000004" pitchFamily="34" charset="0"/>
              <a:cs typeface="Arial" pitchFamily="34" charset="0"/>
              <a:sym typeface="Arial"/>
            </a:endParaRPr>
          </a:p>
          <a:p>
            <a:pPr lvl="0"/>
            <a:r>
              <a:rPr lang="ca-ES" sz="1200" dirty="0">
                <a:latin typeface="Inter" panose="020B0502030000000004" pitchFamily="34" charset="0"/>
                <a:ea typeface="Inter" panose="020B0502030000000004" pitchFamily="34" charset="0"/>
                <a:cs typeface="Arial" pitchFamily="34" charset="0"/>
                <a:sym typeface="Arial"/>
              </a:rPr>
              <a:t>Cristalleria: eco</a:t>
            </a:r>
            <a:endParaRPr lang="ca-ES" sz="1200" noProof="0" dirty="0">
              <a:latin typeface="Inter" panose="020B0502030000000004" pitchFamily="34" charset="0"/>
              <a:ea typeface="Inter" panose="020B0502030000000004" pitchFamily="34" charset="0"/>
              <a:cs typeface="Arial" pitchFamily="34" charset="0"/>
              <a:sym typeface="Arial"/>
            </a:endParaRPr>
          </a:p>
          <a:p>
            <a:r>
              <a:rPr lang="ca-ES" sz="1200" dirty="0">
                <a:latin typeface="Inter" panose="020B0502030000000004" pitchFamily="34" charset="0"/>
                <a:ea typeface="Inter" panose="020B0502030000000004" pitchFamily="34" charset="0"/>
                <a:cs typeface="Arial" pitchFamily="34" charset="0"/>
                <a:sym typeface="Arial"/>
              </a:rPr>
              <a:t>Coberteria: eco</a:t>
            </a:r>
            <a:endParaRPr lang="ca-ES" sz="1200" noProof="0" dirty="0">
              <a:latin typeface="Inter" panose="020B0502030000000004" pitchFamily="34" charset="0"/>
              <a:ea typeface="Inter" panose="020B0502030000000004" pitchFamily="34" charset="0"/>
              <a:cs typeface="Arial" pitchFamily="34" charset="0"/>
              <a:sym typeface="Arial"/>
            </a:endParaRPr>
          </a:p>
          <a:p>
            <a:pPr lvl="0"/>
            <a:r>
              <a:rPr lang="ca-ES" sz="1200" dirty="0">
                <a:latin typeface="Inter" panose="020B0502030000000004" pitchFamily="34" charset="0"/>
                <a:ea typeface="Inter" panose="020B0502030000000004" pitchFamily="34" charset="0"/>
                <a:cs typeface="Arial" pitchFamily="34" charset="0"/>
                <a:sym typeface="Arial"/>
              </a:rPr>
              <a:t>Ceràmica: eco </a:t>
            </a:r>
            <a:endParaRPr lang="ca-ES" sz="1200" noProof="0" dirty="0">
              <a:latin typeface="Inter" panose="020B0502030000000004" pitchFamily="34" charset="0"/>
              <a:ea typeface="Inter" panose="020B0502030000000004" pitchFamily="34" charset="0"/>
              <a:cs typeface="Arial" pitchFamily="34" charset="0"/>
              <a:sym typeface="Arial"/>
            </a:endParaRPr>
          </a:p>
          <a:p>
            <a:pPr lvl="0"/>
            <a:r>
              <a:rPr lang="ca-ES" sz="1200" noProof="0" dirty="0" err="1">
                <a:latin typeface="Inter" panose="020B0502030000000004" pitchFamily="34" charset="0"/>
                <a:ea typeface="Inter" panose="020B0502030000000004" pitchFamily="34" charset="0"/>
                <a:cs typeface="Arial" pitchFamily="34" charset="0"/>
                <a:sym typeface="Arial"/>
              </a:rPr>
              <a:t>Sotaplat</a:t>
            </a:r>
            <a:r>
              <a:rPr lang="ca-ES" sz="1200" noProof="0" dirty="0">
                <a:latin typeface="Inter" panose="020B0502030000000004" pitchFamily="34" charset="0"/>
                <a:ea typeface="Inter" panose="020B0502030000000004" pitchFamily="34" charset="0"/>
                <a:cs typeface="Arial" pitchFamily="34" charset="0"/>
                <a:sym typeface="Arial"/>
              </a:rPr>
              <a:t>: no </a:t>
            </a:r>
          </a:p>
          <a:p>
            <a:pPr lvl="0"/>
            <a:endParaRPr lang="ca-ES" sz="800" noProof="0" dirty="0">
              <a:latin typeface="Inter" panose="020B0502030000000004" pitchFamily="34" charset="0"/>
              <a:ea typeface="Inter" panose="020B0502030000000004" pitchFamily="34" charset="0"/>
              <a:cs typeface="Arial" pitchFamily="34" charset="0"/>
              <a:sym typeface="Arial"/>
            </a:endParaRPr>
          </a:p>
          <a:p>
            <a:pPr lvl="0"/>
            <a:endParaRPr lang="ca-ES" sz="700" noProof="0" dirty="0">
              <a:latin typeface="Inter" panose="020B0502030000000004" pitchFamily="34" charset="0"/>
              <a:ea typeface="Inter" panose="020B0502030000000004" pitchFamily="34" charset="0"/>
              <a:cs typeface="Arial" pitchFamily="34" charset="0"/>
              <a:sym typeface="Arial"/>
            </a:endParaRPr>
          </a:p>
          <a:p>
            <a:r>
              <a:rPr lang="ca-ES" sz="1200" noProof="0" dirty="0">
                <a:latin typeface="Inter" panose="020B0502030000000004" pitchFamily="34" charset="0"/>
                <a:ea typeface="Inter" panose="020B0502030000000004" pitchFamily="34" charset="0"/>
                <a:cs typeface="Arial" pitchFamily="34" charset="0"/>
              </a:rPr>
              <a:t>DECORACIÓ</a:t>
            </a:r>
          </a:p>
          <a:p>
            <a:pPr marL="17145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sym typeface="Arial"/>
              </a:rPr>
              <a:t>Minutes (format/idioma): català amb </a:t>
            </a:r>
            <a:r>
              <a:rPr lang="ca-ES" sz="1200" noProof="0" dirty="0" err="1">
                <a:latin typeface="Inter" panose="020B0502030000000004" pitchFamily="34" charset="0"/>
                <a:ea typeface="Inter" panose="020B0502030000000004" pitchFamily="34" charset="0"/>
                <a:cs typeface="Arial" pitchFamily="34" charset="0"/>
                <a:sym typeface="Arial"/>
              </a:rPr>
              <a:t>logo</a:t>
            </a:r>
            <a:r>
              <a:rPr lang="ca-ES" sz="1200" noProof="0" dirty="0">
                <a:latin typeface="Inter" panose="020B0502030000000004" pitchFamily="34" charset="0"/>
                <a:ea typeface="Inter" panose="020B0502030000000004" pitchFamily="34" charset="0"/>
                <a:cs typeface="Arial" pitchFamily="34" charset="0"/>
                <a:sym typeface="Arial"/>
              </a:rPr>
              <a:t> </a:t>
            </a:r>
          </a:p>
          <a:p>
            <a:pPr marL="17145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rPr>
              <a:t>Centres/N.º de taula (i suports):  decoració </a:t>
            </a:r>
            <a:r>
              <a:rPr lang="ca-ES" sz="1200" noProof="0" dirty="0" err="1">
                <a:latin typeface="Inter" panose="020B0502030000000004" pitchFamily="34" charset="0"/>
                <a:ea typeface="Inter" panose="020B0502030000000004" pitchFamily="34" charset="0"/>
                <a:cs typeface="Arial" pitchFamily="34" charset="0"/>
              </a:rPr>
              <a:t>coffee</a:t>
            </a:r>
            <a:r>
              <a:rPr lang="ca-ES" sz="1200" noProof="0" dirty="0">
                <a:latin typeface="Inter" panose="020B0502030000000004" pitchFamily="34" charset="0"/>
                <a:ea typeface="Inter" panose="020B0502030000000004" pitchFamily="34" charset="0"/>
                <a:cs typeface="Arial" pitchFamily="34" charset="0"/>
              </a:rPr>
              <a:t> break </a:t>
            </a:r>
          </a:p>
          <a:p>
            <a:pPr marL="171450" indent="-171450">
              <a:buFont typeface="Arial" panose="020B0604020202020204" pitchFamily="34" charset="0"/>
              <a:buChar char="•"/>
            </a:pPr>
            <a:r>
              <a:rPr lang="ca-ES" sz="1200" noProof="0" dirty="0" err="1">
                <a:latin typeface="Inter" panose="020B0502030000000004" pitchFamily="34" charset="0"/>
                <a:ea typeface="Inter" panose="020B0502030000000004" pitchFamily="34" charset="0"/>
                <a:cs typeface="Arial" pitchFamily="34" charset="0"/>
              </a:rPr>
              <a:t>Cartelleria</a:t>
            </a:r>
            <a:r>
              <a:rPr lang="ca-ES" sz="1200" noProof="0" dirty="0">
                <a:latin typeface="Inter" panose="020B0502030000000004" pitchFamily="34" charset="0"/>
                <a:ea typeface="Inter" panose="020B0502030000000004" pitchFamily="34" charset="0"/>
                <a:cs typeface="Arial" pitchFamily="34" charset="0"/>
              </a:rPr>
              <a:t>: no </a:t>
            </a:r>
          </a:p>
          <a:p>
            <a:pPr marL="17145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rPr>
              <a:t>Decoració bufets: decoració 2 barres </a:t>
            </a:r>
          </a:p>
          <a:p>
            <a:pPr marL="171450" indent="-171450">
              <a:buFont typeface="Arial" panose="020B0604020202020204" pitchFamily="34" charset="0"/>
              <a:buChar char="•"/>
            </a:pPr>
            <a:endParaRPr lang="ca-ES" sz="1200" noProof="0" dirty="0">
              <a:latin typeface="Inter" panose="020B0502030000000004" pitchFamily="34" charset="0"/>
              <a:ea typeface="Inter" panose="020B0502030000000004" pitchFamily="34" charset="0"/>
              <a:cs typeface="Arial" pitchFamily="34" charset="0"/>
            </a:endParaRPr>
          </a:p>
        </p:txBody>
      </p:sp>
      <p:sp>
        <p:nvSpPr>
          <p:cNvPr id="6" name="QuadreDeText 5">
            <a:extLst>
              <a:ext uri="{FF2B5EF4-FFF2-40B4-BE49-F238E27FC236}">
                <a16:creationId xmlns:a16="http://schemas.microsoft.com/office/drawing/2014/main" id="{CA8BEE36-A7B8-614F-64CC-7445767A34D0}"/>
              </a:ext>
            </a:extLst>
          </p:cNvPr>
          <p:cNvSpPr txBox="1"/>
          <p:nvPr/>
        </p:nvSpPr>
        <p:spPr>
          <a:xfrm>
            <a:off x="5475377" y="2340455"/>
            <a:ext cx="3930009" cy="340093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ca-ES" sz="1200" noProof="0" dirty="0">
                <a:latin typeface="Inter" panose="020B0502030000000004" pitchFamily="34" charset="0"/>
                <a:ea typeface="Inter" panose="020B0502030000000004" pitchFamily="34" charset="0"/>
                <a:cs typeface="Arial" pitchFamily="34" charset="0"/>
              </a:rPr>
              <a:t>Barres </a:t>
            </a:r>
            <a:r>
              <a:rPr lang="ca-ES" sz="1050" noProof="0" dirty="0">
                <a:latin typeface="Inter" panose="020B0502030000000004" pitchFamily="34" charset="0"/>
                <a:ea typeface="Inter" panose="020B0502030000000004" pitchFamily="34" charset="0"/>
                <a:cs typeface="Arial" pitchFamily="34" charset="0"/>
              </a:rPr>
              <a:t>(1,83x0,76): 3 taules de 183x76 </a:t>
            </a:r>
          </a:p>
          <a:p>
            <a:pPr marL="17145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rPr>
              <a:t>Estovalles de la barra: Color negre </a:t>
            </a:r>
          </a:p>
          <a:p>
            <a:pPr lvl="0"/>
            <a:r>
              <a:rPr lang="ca-ES" sz="1200" noProof="0" dirty="0">
                <a:latin typeface="Inter" panose="020B0502030000000004" pitchFamily="34" charset="0"/>
                <a:ea typeface="Inter" panose="020B0502030000000004" pitchFamily="34" charset="0"/>
                <a:cs typeface="Arial" pitchFamily="34" charset="0"/>
                <a:sym typeface="Arial"/>
              </a:rPr>
              <a:t>Taules:  </a:t>
            </a:r>
            <a:r>
              <a:rPr lang="ca-ES" sz="1200" noProof="0" dirty="0">
                <a:solidFill>
                  <a:srgbClr val="FF0000"/>
                </a:solidFill>
                <a:latin typeface="Inter" panose="020B0502030000000004" pitchFamily="34" charset="0"/>
                <a:ea typeface="Inter" panose="020B0502030000000004" pitchFamily="34" charset="0"/>
                <a:cs typeface="Arial" pitchFamily="34" charset="0"/>
                <a:sym typeface="Arial"/>
              </a:rPr>
              <a:t>37 taules 1,80 cm – 7 taules de 2,00 cm</a:t>
            </a:r>
          </a:p>
          <a:p>
            <a:pPr marL="171450" lvl="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sym typeface="Arial"/>
              </a:rPr>
              <a:t>Estovalles de les taules: color blanc </a:t>
            </a:r>
          </a:p>
          <a:p>
            <a:pPr lvl="0"/>
            <a:r>
              <a:rPr lang="ca-ES" sz="1200" noProof="0" dirty="0">
                <a:latin typeface="Inter" panose="020B0502030000000004" pitchFamily="34" charset="0"/>
                <a:ea typeface="Inter" panose="020B0502030000000004" pitchFamily="34" charset="0"/>
                <a:cs typeface="Arial" pitchFamily="34" charset="0"/>
                <a:sym typeface="Arial"/>
              </a:rPr>
              <a:t>Cadires/Tamborets: cadira </a:t>
            </a:r>
            <a:r>
              <a:rPr lang="ca-ES" sz="1200" noProof="0" dirty="0" err="1">
                <a:latin typeface="Inter" panose="020B0502030000000004" pitchFamily="34" charset="0"/>
                <a:ea typeface="Inter" panose="020B0502030000000004" pitchFamily="34" charset="0"/>
                <a:cs typeface="Arial" pitchFamily="34" charset="0"/>
                <a:sym typeface="Arial"/>
              </a:rPr>
              <a:t>crossack</a:t>
            </a:r>
            <a:r>
              <a:rPr lang="ca-ES" sz="1200" noProof="0" dirty="0">
                <a:latin typeface="Inter" panose="020B0502030000000004" pitchFamily="34" charset="0"/>
                <a:ea typeface="Inter" panose="020B0502030000000004" pitchFamily="34" charset="0"/>
                <a:cs typeface="Arial" pitchFamily="34" charset="0"/>
                <a:sym typeface="Arial"/>
              </a:rPr>
              <a:t> </a:t>
            </a:r>
          </a:p>
          <a:p>
            <a:pPr lvl="0"/>
            <a:endParaRPr lang="ca-ES" sz="800" noProof="0" dirty="0">
              <a:latin typeface="Inter" panose="020B0502030000000004" pitchFamily="34" charset="0"/>
              <a:ea typeface="Inter" panose="020B0502030000000004" pitchFamily="34" charset="0"/>
              <a:cs typeface="Arial" pitchFamily="34" charset="0"/>
              <a:sym typeface="Arial"/>
            </a:endParaRPr>
          </a:p>
          <a:p>
            <a:pPr lvl="0"/>
            <a:r>
              <a:rPr lang="ca-ES" sz="1200" dirty="0">
                <a:latin typeface="Inter" panose="020B0502030000000004" pitchFamily="34" charset="0"/>
                <a:ea typeface="Inter" panose="020B0502030000000004" pitchFamily="34" charset="0"/>
                <a:cs typeface="Arial" pitchFamily="34" charset="0"/>
                <a:sym typeface="Arial"/>
              </a:rPr>
              <a:t>Tovallons: blanca cotó </a:t>
            </a:r>
            <a:endParaRPr lang="ca-ES" sz="1200" noProof="0" dirty="0">
              <a:latin typeface="Inter" panose="020B0502030000000004" pitchFamily="34" charset="0"/>
              <a:ea typeface="Inter" panose="020B0502030000000004" pitchFamily="34" charset="0"/>
              <a:cs typeface="Arial" pitchFamily="34" charset="0"/>
              <a:sym typeface="Arial"/>
            </a:endParaRPr>
          </a:p>
          <a:p>
            <a:pPr lvl="0"/>
            <a:r>
              <a:rPr lang="ca-ES" sz="1200" dirty="0">
                <a:latin typeface="Inter" panose="020B0502030000000004" pitchFamily="34" charset="0"/>
                <a:ea typeface="Inter" panose="020B0502030000000004" pitchFamily="34" charset="0"/>
                <a:cs typeface="Arial" pitchFamily="34" charset="0"/>
                <a:sym typeface="Arial"/>
              </a:rPr>
              <a:t>Cristalleria:  </a:t>
            </a:r>
            <a:r>
              <a:rPr lang="ca-ES" sz="1200" dirty="0" err="1">
                <a:latin typeface="Inter" panose="020B0502030000000004" pitchFamily="34" charset="0"/>
                <a:ea typeface="Inter" panose="020B0502030000000004" pitchFamily="34" charset="0"/>
                <a:cs typeface="Arial" pitchFamily="34" charset="0"/>
                <a:sym typeface="Arial"/>
              </a:rPr>
              <a:t>Elythium</a:t>
            </a:r>
            <a:r>
              <a:rPr lang="ca-ES" sz="1200" dirty="0">
                <a:latin typeface="Inter" panose="020B0502030000000004" pitchFamily="34" charset="0"/>
                <a:ea typeface="Inter" panose="020B0502030000000004" pitchFamily="34" charset="0"/>
                <a:cs typeface="Arial" pitchFamily="34" charset="0"/>
                <a:sym typeface="Arial"/>
              </a:rPr>
              <a:t> + </a:t>
            </a:r>
            <a:r>
              <a:rPr lang="ca-ES" sz="1200" dirty="0" err="1">
                <a:latin typeface="Inter" panose="020B0502030000000004" pitchFamily="34" charset="0"/>
                <a:ea typeface="Inter" panose="020B0502030000000004" pitchFamily="34" charset="0"/>
                <a:cs typeface="Arial" pitchFamily="34" charset="0"/>
                <a:sym typeface="Arial"/>
              </a:rPr>
              <a:t>vaso</a:t>
            </a:r>
            <a:r>
              <a:rPr lang="ca-ES" sz="1200" dirty="0">
                <a:latin typeface="Inter" panose="020B0502030000000004" pitchFamily="34" charset="0"/>
                <a:ea typeface="Inter" panose="020B0502030000000004" pitchFamily="34" charset="0"/>
                <a:cs typeface="Arial" pitchFamily="34" charset="0"/>
                <a:sym typeface="Arial"/>
              </a:rPr>
              <a:t> </a:t>
            </a:r>
            <a:r>
              <a:rPr lang="ca-ES" sz="1200" dirty="0" err="1">
                <a:latin typeface="Inter" panose="020B0502030000000004" pitchFamily="34" charset="0"/>
                <a:ea typeface="Inter" panose="020B0502030000000004" pitchFamily="34" charset="0"/>
                <a:cs typeface="Arial" pitchFamily="34" charset="0"/>
                <a:sym typeface="Arial"/>
              </a:rPr>
              <a:t>davor</a:t>
            </a:r>
            <a:r>
              <a:rPr lang="ca-ES" sz="1200" dirty="0">
                <a:latin typeface="Inter" panose="020B0502030000000004" pitchFamily="34" charset="0"/>
                <a:ea typeface="Inter" panose="020B0502030000000004" pitchFamily="34" charset="0"/>
                <a:cs typeface="Arial" pitchFamily="34" charset="0"/>
                <a:sym typeface="Arial"/>
              </a:rPr>
              <a:t> </a:t>
            </a:r>
            <a:endParaRPr lang="ca-ES" sz="1200" noProof="0" dirty="0">
              <a:latin typeface="Inter" panose="020B0502030000000004" pitchFamily="34" charset="0"/>
              <a:ea typeface="Inter" panose="020B0502030000000004" pitchFamily="34" charset="0"/>
              <a:cs typeface="Arial" pitchFamily="34" charset="0"/>
              <a:sym typeface="Arial"/>
            </a:endParaRPr>
          </a:p>
          <a:p>
            <a:r>
              <a:rPr lang="ca-ES" sz="1200" dirty="0">
                <a:latin typeface="Inter" panose="020B0502030000000004" pitchFamily="34" charset="0"/>
                <a:ea typeface="Inter" panose="020B0502030000000004" pitchFamily="34" charset="0"/>
                <a:cs typeface="Arial" pitchFamily="34" charset="0"/>
                <a:sym typeface="Arial"/>
              </a:rPr>
              <a:t>Coberteria:  </a:t>
            </a:r>
            <a:r>
              <a:rPr lang="ca-ES" sz="1200" dirty="0" err="1">
                <a:latin typeface="Inter" panose="020B0502030000000004" pitchFamily="34" charset="0"/>
                <a:ea typeface="Inter" panose="020B0502030000000004" pitchFamily="34" charset="0"/>
                <a:cs typeface="Arial" pitchFamily="34" charset="0"/>
                <a:sym typeface="Arial"/>
              </a:rPr>
              <a:t>Inox</a:t>
            </a:r>
            <a:r>
              <a:rPr lang="ca-ES" sz="1200" dirty="0">
                <a:latin typeface="Inter" panose="020B0502030000000004" pitchFamily="34" charset="0"/>
                <a:ea typeface="Inter" panose="020B0502030000000004" pitchFamily="34" charset="0"/>
                <a:cs typeface="Arial" pitchFamily="34" charset="0"/>
                <a:sym typeface="Arial"/>
              </a:rPr>
              <a:t> </a:t>
            </a:r>
            <a:endParaRPr lang="ca-ES" sz="1200" noProof="0" dirty="0">
              <a:latin typeface="Inter" panose="020B0502030000000004" pitchFamily="34" charset="0"/>
              <a:ea typeface="Inter" panose="020B0502030000000004" pitchFamily="34" charset="0"/>
              <a:cs typeface="Arial" pitchFamily="34" charset="0"/>
              <a:sym typeface="Arial"/>
            </a:endParaRPr>
          </a:p>
          <a:p>
            <a:pPr lvl="0"/>
            <a:r>
              <a:rPr lang="ca-ES" sz="1200" dirty="0">
                <a:latin typeface="Inter" panose="020B0502030000000004" pitchFamily="34" charset="0"/>
                <a:ea typeface="Inter" panose="020B0502030000000004" pitchFamily="34" charset="0"/>
                <a:cs typeface="Arial" pitchFamily="34" charset="0"/>
                <a:sym typeface="Arial"/>
              </a:rPr>
              <a:t>Ceràmica: Blanca / Marfil </a:t>
            </a:r>
            <a:endParaRPr lang="ca-ES" sz="1200" noProof="0" dirty="0">
              <a:latin typeface="Inter" panose="020B0502030000000004" pitchFamily="34" charset="0"/>
              <a:ea typeface="Inter" panose="020B0502030000000004" pitchFamily="34" charset="0"/>
              <a:cs typeface="Arial" pitchFamily="34" charset="0"/>
              <a:sym typeface="Arial"/>
            </a:endParaRPr>
          </a:p>
          <a:p>
            <a:pPr lvl="0"/>
            <a:r>
              <a:rPr lang="ca-ES" sz="1200" noProof="0" dirty="0" err="1">
                <a:latin typeface="Inter" panose="020B0502030000000004" pitchFamily="34" charset="0"/>
                <a:ea typeface="Inter" panose="020B0502030000000004" pitchFamily="34" charset="0"/>
                <a:cs typeface="Arial" pitchFamily="34" charset="0"/>
                <a:sym typeface="Arial"/>
              </a:rPr>
              <a:t>Sotaplat</a:t>
            </a:r>
            <a:r>
              <a:rPr lang="ca-ES" sz="1200" noProof="0" dirty="0">
                <a:latin typeface="Inter" panose="020B0502030000000004" pitchFamily="34" charset="0"/>
                <a:ea typeface="Inter" panose="020B0502030000000004" pitchFamily="34" charset="0"/>
                <a:cs typeface="Arial" pitchFamily="34" charset="0"/>
                <a:sym typeface="Arial"/>
              </a:rPr>
              <a:t>: </a:t>
            </a:r>
            <a:r>
              <a:rPr lang="ca-ES" sz="1200" noProof="0" dirty="0" err="1">
                <a:latin typeface="Inter" panose="020B0502030000000004" pitchFamily="34" charset="0"/>
                <a:ea typeface="Inter" panose="020B0502030000000004" pitchFamily="34" charset="0"/>
                <a:cs typeface="Arial" pitchFamily="34" charset="0"/>
                <a:sym typeface="Arial"/>
              </a:rPr>
              <a:t>Vimet</a:t>
            </a:r>
            <a:r>
              <a:rPr lang="ca-ES" sz="1200" noProof="0" dirty="0">
                <a:latin typeface="Inter" panose="020B0502030000000004" pitchFamily="34" charset="0"/>
                <a:ea typeface="Inter" panose="020B0502030000000004" pitchFamily="34" charset="0"/>
                <a:cs typeface="Arial" pitchFamily="34" charset="0"/>
                <a:sym typeface="Arial"/>
              </a:rPr>
              <a:t> </a:t>
            </a:r>
          </a:p>
          <a:p>
            <a:pPr lvl="0"/>
            <a:endParaRPr lang="ca-ES" sz="800" noProof="0" dirty="0">
              <a:latin typeface="Inter" panose="020B0502030000000004" pitchFamily="34" charset="0"/>
              <a:ea typeface="Inter" panose="020B0502030000000004" pitchFamily="34" charset="0"/>
              <a:cs typeface="Arial" pitchFamily="34" charset="0"/>
              <a:sym typeface="Arial"/>
            </a:endParaRPr>
          </a:p>
          <a:p>
            <a:pPr lvl="0"/>
            <a:endParaRPr lang="ca-ES" sz="700" noProof="0" dirty="0">
              <a:latin typeface="Inter" panose="020B0502030000000004" pitchFamily="34" charset="0"/>
              <a:ea typeface="Inter" panose="020B0502030000000004" pitchFamily="34" charset="0"/>
              <a:cs typeface="Arial" pitchFamily="34" charset="0"/>
              <a:sym typeface="Arial"/>
            </a:endParaRPr>
          </a:p>
          <a:p>
            <a:r>
              <a:rPr lang="ca-ES" sz="1200" noProof="0" dirty="0">
                <a:latin typeface="Inter" panose="020B0502030000000004" pitchFamily="34" charset="0"/>
                <a:ea typeface="Inter" panose="020B0502030000000004" pitchFamily="34" charset="0"/>
                <a:cs typeface="Arial" pitchFamily="34" charset="0"/>
              </a:rPr>
              <a:t>DECORACIÓ</a:t>
            </a:r>
          </a:p>
          <a:p>
            <a:pPr marL="17145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sym typeface="Arial"/>
              </a:rPr>
              <a:t>Minutes (format/idioma): Català amb </a:t>
            </a:r>
            <a:r>
              <a:rPr lang="ca-ES" sz="1200" noProof="0" dirty="0" err="1">
                <a:latin typeface="Inter" panose="020B0502030000000004" pitchFamily="34" charset="0"/>
                <a:ea typeface="Inter" panose="020B0502030000000004" pitchFamily="34" charset="0"/>
                <a:cs typeface="Arial" pitchFamily="34" charset="0"/>
                <a:sym typeface="Arial"/>
              </a:rPr>
              <a:t>logo</a:t>
            </a:r>
            <a:r>
              <a:rPr lang="ca-ES" sz="1200" noProof="0" dirty="0">
                <a:latin typeface="Inter" panose="020B0502030000000004" pitchFamily="34" charset="0"/>
                <a:ea typeface="Inter" panose="020B0502030000000004" pitchFamily="34" charset="0"/>
                <a:cs typeface="Arial" pitchFamily="34" charset="0"/>
                <a:sym typeface="Arial"/>
              </a:rPr>
              <a:t> </a:t>
            </a:r>
          </a:p>
          <a:p>
            <a:pPr marL="17145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rPr>
              <a:t>Centres/N.º de taula (i suports):  detall decoratiu </a:t>
            </a:r>
          </a:p>
          <a:p>
            <a:pPr marL="171450" indent="-171450">
              <a:buFont typeface="Arial" panose="020B0604020202020204" pitchFamily="34" charset="0"/>
              <a:buChar char="•"/>
            </a:pPr>
            <a:r>
              <a:rPr lang="ca-ES" sz="1200" noProof="0" dirty="0" err="1">
                <a:latin typeface="Inter" panose="020B0502030000000004" pitchFamily="34" charset="0"/>
                <a:ea typeface="Inter" panose="020B0502030000000004" pitchFamily="34" charset="0"/>
                <a:cs typeface="Arial" pitchFamily="34" charset="0"/>
              </a:rPr>
              <a:t>Cartelleria</a:t>
            </a:r>
            <a:r>
              <a:rPr lang="ca-ES" sz="1200" noProof="0" dirty="0">
                <a:latin typeface="Inter" panose="020B0502030000000004" pitchFamily="34" charset="0"/>
                <a:ea typeface="Inter" panose="020B0502030000000004" pitchFamily="34" charset="0"/>
                <a:cs typeface="Arial" pitchFamily="34" charset="0"/>
              </a:rPr>
              <a:t>: no </a:t>
            </a:r>
          </a:p>
          <a:p>
            <a:pPr marL="171450" indent="-171450">
              <a:buFont typeface="Arial" panose="020B0604020202020204" pitchFamily="34" charset="0"/>
              <a:buChar char="•"/>
            </a:pPr>
            <a:r>
              <a:rPr lang="ca-ES" sz="1200" noProof="0" dirty="0">
                <a:latin typeface="Inter" panose="020B0502030000000004" pitchFamily="34" charset="0"/>
                <a:ea typeface="Inter" panose="020B0502030000000004" pitchFamily="34" charset="0"/>
                <a:cs typeface="Arial" pitchFamily="34" charset="0"/>
              </a:rPr>
              <a:t>Decoració bufets: no </a:t>
            </a:r>
          </a:p>
          <a:p>
            <a:pPr marL="171450" indent="-171450">
              <a:buFont typeface="Arial" panose="020B0604020202020204" pitchFamily="34" charset="0"/>
              <a:buChar char="•"/>
            </a:pPr>
            <a:endParaRPr lang="ca-ES" sz="1200" noProof="0" dirty="0">
              <a:latin typeface="Inter" panose="020B0502030000000004" pitchFamily="34" charset="0"/>
              <a:ea typeface="Inter" panose="020B0502030000000004" pitchFamily="34" charset="0"/>
              <a:cs typeface="Arial" pitchFamily="34" charset="0"/>
            </a:endParaRPr>
          </a:p>
        </p:txBody>
      </p:sp>
      <p:sp>
        <p:nvSpPr>
          <p:cNvPr id="10" name="Rectángulo 9">
            <a:extLst>
              <a:ext uri="{FF2B5EF4-FFF2-40B4-BE49-F238E27FC236}">
                <a16:creationId xmlns:a16="http://schemas.microsoft.com/office/drawing/2014/main" id="{8815E37D-33A8-D417-E87B-7328EE7C6D56}"/>
              </a:ext>
            </a:extLst>
          </p:cNvPr>
          <p:cNvSpPr/>
          <p:nvPr/>
        </p:nvSpPr>
        <p:spPr>
          <a:xfrm>
            <a:off x="0" y="0"/>
            <a:ext cx="946359" cy="6858000"/>
          </a:xfrm>
          <a:prstGeom prst="rect">
            <a:avLst/>
          </a:prstGeom>
          <a:solidFill>
            <a:schemeClr val="tx2">
              <a:lumMod val="20000"/>
              <a:lumOff val="80000"/>
            </a:schemeClr>
          </a:solidFill>
          <a:ln w="28575" cap="flat" cmpd="sng" algn="ctr">
            <a:noFill/>
            <a:prstDash val="solid"/>
            <a:bevel/>
            <a:headEnd type="none" w="med" len="med"/>
            <a:tailEnd type="none" w="med" len="med"/>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noProof="0" dirty="0">
              <a:ln>
                <a:noFill/>
              </a:ln>
              <a:solidFill>
                <a:srgbClr val="000000"/>
              </a:solidFill>
              <a:effectLst/>
              <a:uFillTx/>
              <a:latin typeface="Calibri"/>
              <a:ea typeface="Calibri"/>
              <a:cs typeface="Calibri"/>
              <a:sym typeface="Calibri"/>
            </a:endParaRPr>
          </a:p>
        </p:txBody>
      </p:sp>
      <p:sp>
        <p:nvSpPr>
          <p:cNvPr id="11" name="CuadroTexto 2">
            <a:extLst>
              <a:ext uri="{FF2B5EF4-FFF2-40B4-BE49-F238E27FC236}">
                <a16:creationId xmlns:a16="http://schemas.microsoft.com/office/drawing/2014/main" id="{0A1F9D72-4A6E-8F7B-0180-DB7AACA25C2C}"/>
              </a:ext>
            </a:extLst>
          </p:cNvPr>
          <p:cNvSpPr txBox="1"/>
          <p:nvPr/>
        </p:nvSpPr>
        <p:spPr>
          <a:xfrm rot="16200000">
            <a:off x="-375996" y="5783391"/>
            <a:ext cx="142602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ca-ES" sz="2400" b="1" i="0" u="none" strike="noStrike" cap="none" spc="0" normalizeH="0" baseline="0" noProof="0" dirty="0">
                <a:ln>
                  <a:noFill/>
                </a:ln>
                <a:solidFill>
                  <a:schemeClr val="bg2">
                    <a:lumMod val="40000"/>
                    <a:lumOff val="60000"/>
                  </a:schemeClr>
                </a:solidFill>
                <a:effectLst/>
                <a:uFillTx/>
                <a:latin typeface="Arial"/>
                <a:cs typeface="Arial"/>
                <a:sym typeface="Calibri"/>
              </a:rPr>
              <a:t>SERVEIS</a:t>
            </a:r>
          </a:p>
        </p:txBody>
      </p:sp>
      <p:sp>
        <p:nvSpPr>
          <p:cNvPr id="12" name="CuadroTexto 3">
            <a:extLst>
              <a:ext uri="{FF2B5EF4-FFF2-40B4-BE49-F238E27FC236}">
                <a16:creationId xmlns:a16="http://schemas.microsoft.com/office/drawing/2014/main" id="{C0C600FF-DAFB-F9E4-82EC-97F6129FC2DB}"/>
              </a:ext>
            </a:extLst>
          </p:cNvPr>
          <p:cNvSpPr txBox="1"/>
          <p:nvPr/>
        </p:nvSpPr>
        <p:spPr>
          <a:xfrm rot="16200000">
            <a:off x="-882958" y="4917328"/>
            <a:ext cx="3113992" cy="56938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lang="ca-ES" sz="3100" b="1" noProof="0" dirty="0">
                <a:solidFill>
                  <a:schemeClr val="tx2">
                    <a:lumMod val="75000"/>
                  </a:schemeClr>
                </a:solidFill>
                <a:latin typeface="Arial"/>
                <a:cs typeface="Arial"/>
              </a:rPr>
              <a:t>CONTRACTATS</a:t>
            </a:r>
            <a:endParaRPr kumimoji="0" lang="ca-ES" sz="3100" b="1" i="0" u="none" strike="noStrike" cap="none" spc="0" normalizeH="0" baseline="0" noProof="0" dirty="0">
              <a:ln>
                <a:noFill/>
              </a:ln>
              <a:solidFill>
                <a:schemeClr val="tx2">
                  <a:lumMod val="75000"/>
                </a:schemeClr>
              </a:solidFill>
              <a:effectLst/>
              <a:uFillTx/>
              <a:latin typeface="Arial"/>
              <a:cs typeface="Arial"/>
              <a:sym typeface="Calibri"/>
            </a:endParaRPr>
          </a:p>
        </p:txBody>
      </p:sp>
      <p:sp>
        <p:nvSpPr>
          <p:cNvPr id="2" name="QuadreDeText 5">
            <a:extLst>
              <a:ext uri="{FF2B5EF4-FFF2-40B4-BE49-F238E27FC236}">
                <a16:creationId xmlns:a16="http://schemas.microsoft.com/office/drawing/2014/main" id="{FAAB51AF-35B2-E0C8-6333-B19F0A6254A3}"/>
              </a:ext>
            </a:extLst>
          </p:cNvPr>
          <p:cNvSpPr txBox="1"/>
          <p:nvPr/>
        </p:nvSpPr>
        <p:spPr>
          <a:xfrm>
            <a:off x="1195377" y="747194"/>
            <a:ext cx="3449462" cy="646331"/>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400" noProof="0" dirty="0">
                <a:solidFill>
                  <a:schemeClr val="tx1"/>
                </a:solidFill>
                <a:latin typeface="Arial" panose="020B0604020202020204" pitchFamily="34" charset="0"/>
                <a:ea typeface="Inter" panose="020B0502030000000004" pitchFamily="34" charset="0"/>
                <a:cs typeface="Arial" panose="020B0604020202020204" pitchFamily="34" charset="0"/>
              </a:rPr>
              <a:t>ESMORZAR</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Hora: 07:00h a 09:00h</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Espai: PÈRGOLA</a:t>
            </a:r>
          </a:p>
        </p:txBody>
      </p:sp>
      <p:sp>
        <p:nvSpPr>
          <p:cNvPr id="4" name="QuadreDeText 11">
            <a:extLst>
              <a:ext uri="{FF2B5EF4-FFF2-40B4-BE49-F238E27FC236}">
                <a16:creationId xmlns:a16="http://schemas.microsoft.com/office/drawing/2014/main" id="{16A8A381-FEDE-D79D-0A4C-BE30AAE95C5B}"/>
              </a:ext>
            </a:extLst>
          </p:cNvPr>
          <p:cNvSpPr txBox="1"/>
          <p:nvPr/>
        </p:nvSpPr>
        <p:spPr>
          <a:xfrm>
            <a:off x="5524737" y="114946"/>
            <a:ext cx="3476391" cy="646331"/>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400" noProof="0" dirty="0">
                <a:solidFill>
                  <a:schemeClr val="tx1"/>
                </a:solidFill>
                <a:latin typeface="Arial" panose="020B0604020202020204" pitchFamily="34" charset="0"/>
                <a:ea typeface="Inter" panose="020B0502030000000004" pitchFamily="34" charset="0"/>
                <a:cs typeface="Arial" panose="020B0604020202020204" pitchFamily="34" charset="0"/>
              </a:rPr>
              <a:t>WELCOME</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Hora: 14:30h a 15:00h</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Espai: PÈRGOLA + PLAÇA MAJOR</a:t>
            </a:r>
          </a:p>
        </p:txBody>
      </p:sp>
      <p:sp>
        <p:nvSpPr>
          <p:cNvPr id="5" name="QuadreDeText 11">
            <a:extLst>
              <a:ext uri="{FF2B5EF4-FFF2-40B4-BE49-F238E27FC236}">
                <a16:creationId xmlns:a16="http://schemas.microsoft.com/office/drawing/2014/main" id="{24143916-88D3-52DD-ADA7-2C4498817115}"/>
              </a:ext>
            </a:extLst>
          </p:cNvPr>
          <p:cNvSpPr txBox="1"/>
          <p:nvPr/>
        </p:nvSpPr>
        <p:spPr>
          <a:xfrm>
            <a:off x="5475378" y="1679752"/>
            <a:ext cx="4411367" cy="646331"/>
          </a:xfrm>
          <a:prstGeom prst="rect">
            <a:avLst/>
          </a:prstGeom>
          <a:noFill/>
          <a:ln w="12700" cap="flat">
            <a:solidFill>
              <a:schemeClr val="bg2">
                <a:lumMod val="40000"/>
                <a:lumOff val="60000"/>
              </a:schemeClr>
            </a:solidFill>
            <a:miter lim="400000"/>
          </a:ln>
          <a:effectLst/>
        </p:spPr>
        <p:style>
          <a:lnRef idx="0">
            <a:scrgbClr r="0" g="0" b="0"/>
          </a:lnRef>
          <a:fillRef idx="0">
            <a:scrgbClr r="0" g="0" b="0"/>
          </a:fillRef>
          <a:effectRef idx="0">
            <a:scrgbClr r="0" g="0" b="0"/>
          </a:effectRef>
          <a:fontRef idx="none"/>
        </p:style>
        <p:txBody>
          <a:bodyPr wrap="square">
            <a:spAutoFit/>
          </a:bodyPr>
          <a:lstStyle/>
          <a:p>
            <a:pPr lvl="0"/>
            <a:r>
              <a:rPr lang="ca-ES" sz="1400" noProof="0" dirty="0">
                <a:solidFill>
                  <a:schemeClr val="tx1"/>
                </a:solidFill>
                <a:latin typeface="Arial" panose="020B0604020202020204" pitchFamily="34" charset="0"/>
                <a:ea typeface="Inter" panose="020B0502030000000004" pitchFamily="34" charset="0"/>
                <a:cs typeface="Arial" panose="020B0604020202020204" pitchFamily="34" charset="0"/>
              </a:rPr>
              <a:t>MENÚ BANQUET</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Hora: 15:00h a 17:00h</a:t>
            </a:r>
          </a:p>
          <a:p>
            <a:pPr lvl="0"/>
            <a:r>
              <a:rPr lang="ca-ES" sz="1100" noProof="0" dirty="0">
                <a:solidFill>
                  <a:srgbClr val="808080"/>
                </a:solidFill>
                <a:latin typeface="Arial" panose="020B0604020202020204" pitchFamily="34" charset="0"/>
                <a:ea typeface="Inter" panose="020B0502030000000004" pitchFamily="34" charset="0"/>
                <a:cs typeface="Arial" panose="020B0604020202020204" pitchFamily="34" charset="0"/>
              </a:rPr>
              <a:t>Espai: PÈRGOLA</a:t>
            </a:r>
          </a:p>
        </p:txBody>
      </p:sp>
      <p:sp>
        <p:nvSpPr>
          <p:cNvPr id="8" name="QuadreDeText 5">
            <a:extLst>
              <a:ext uri="{FF2B5EF4-FFF2-40B4-BE49-F238E27FC236}">
                <a16:creationId xmlns:a16="http://schemas.microsoft.com/office/drawing/2014/main" id="{DEC3E335-4CC9-5BBA-1EA4-3673B20F7541}"/>
              </a:ext>
            </a:extLst>
          </p:cNvPr>
          <p:cNvSpPr txBox="1"/>
          <p:nvPr/>
        </p:nvSpPr>
        <p:spPr>
          <a:xfrm>
            <a:off x="5524737" y="867381"/>
            <a:ext cx="3575110" cy="60016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ca-ES" sz="1200" noProof="0" dirty="0">
                <a:latin typeface="Inter" panose="020B0502030000000004" pitchFamily="34" charset="0"/>
                <a:ea typeface="Inter" panose="020B0502030000000004" pitchFamily="34" charset="0"/>
                <a:cs typeface="Arial" pitchFamily="34" charset="0"/>
              </a:rPr>
              <a:t>Barres </a:t>
            </a:r>
            <a:r>
              <a:rPr lang="ca-ES" sz="1050" noProof="0" dirty="0">
                <a:latin typeface="Inter" panose="020B0502030000000004" pitchFamily="34" charset="0"/>
                <a:ea typeface="Inter" panose="020B0502030000000004" pitchFamily="34" charset="0"/>
                <a:cs typeface="Arial" pitchFamily="34" charset="0"/>
              </a:rPr>
              <a:t>(1,83x0,76): 1 barra de 3 taules amb estovalles color negre ( plaça major) + 1 barra de dos taules amb estovalles color negre costat pèrgola</a:t>
            </a:r>
            <a:endParaRPr lang="ca-ES" sz="1200" noProof="0" dirty="0">
              <a:latin typeface="Inter" panose="020B0502030000000004" pitchFamily="34" charset="0"/>
              <a:ea typeface="Inter" panose="020B0502030000000004" pitchFamily="34" charset="0"/>
              <a:cs typeface="Arial" pitchFamily="34" charset="0"/>
            </a:endParaRPr>
          </a:p>
        </p:txBody>
      </p:sp>
      <p:sp>
        <p:nvSpPr>
          <p:cNvPr id="3" name="CuadroTexto 2">
            <a:extLst>
              <a:ext uri="{FF2B5EF4-FFF2-40B4-BE49-F238E27FC236}">
                <a16:creationId xmlns:a16="http://schemas.microsoft.com/office/drawing/2014/main" id="{E7AC07F5-69D1-982A-803F-0406F277FFB5}"/>
              </a:ext>
            </a:extLst>
          </p:cNvPr>
          <p:cNvSpPr txBox="1"/>
          <p:nvPr/>
        </p:nvSpPr>
        <p:spPr>
          <a:xfrm>
            <a:off x="1211777" y="5077944"/>
            <a:ext cx="4072060" cy="83099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s-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rPr>
              <a:t>IMPRIMIR TARGETES BLAVES I VERMELLES PER DIFERENCIAR PEIX I CARN – 293 </a:t>
            </a:r>
            <a:r>
              <a:rPr kumimoji="0" lang="es-ES" sz="1600" b="1" i="0" u="none" strike="noStrike" cap="none" spc="0" normalizeH="0" baseline="0" dirty="0" err="1">
                <a:ln>
                  <a:noFill/>
                </a:ln>
                <a:solidFill>
                  <a:srgbClr val="FF0000"/>
                </a:solidFill>
                <a:effectLst/>
                <a:highlight>
                  <a:srgbClr val="FFFF00"/>
                </a:highlight>
                <a:uFillTx/>
                <a:latin typeface="Calibri"/>
                <a:ea typeface="Calibri"/>
                <a:cs typeface="Calibri"/>
                <a:sym typeface="Calibri"/>
              </a:rPr>
              <a:t>carn</a:t>
            </a:r>
            <a:r>
              <a:rPr kumimoji="0" lang="es-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rPr>
              <a:t> (</a:t>
            </a:r>
            <a:r>
              <a:rPr kumimoji="0" lang="es-ES" sz="1600" b="1" i="0" u="none" strike="noStrike" cap="none" spc="0" normalizeH="0" baseline="0" dirty="0" err="1">
                <a:ln>
                  <a:noFill/>
                </a:ln>
                <a:solidFill>
                  <a:srgbClr val="FF0000"/>
                </a:solidFill>
                <a:effectLst/>
                <a:highlight>
                  <a:srgbClr val="FFFF00"/>
                </a:highlight>
                <a:uFillTx/>
                <a:latin typeface="Calibri"/>
                <a:ea typeface="Calibri"/>
                <a:cs typeface="Calibri"/>
                <a:sym typeface="Calibri"/>
              </a:rPr>
              <a:t>vermell</a:t>
            </a:r>
            <a:r>
              <a:rPr kumimoji="0" lang="es-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rPr>
              <a:t>) + 154 </a:t>
            </a:r>
            <a:r>
              <a:rPr kumimoji="0" lang="es-ES" sz="1600" b="1" i="0" u="none" strike="noStrike" cap="none" spc="0" normalizeH="0" baseline="0" dirty="0" err="1">
                <a:ln>
                  <a:noFill/>
                </a:ln>
                <a:solidFill>
                  <a:srgbClr val="FF0000"/>
                </a:solidFill>
                <a:effectLst/>
                <a:highlight>
                  <a:srgbClr val="FFFF00"/>
                </a:highlight>
                <a:uFillTx/>
                <a:latin typeface="Calibri"/>
                <a:ea typeface="Calibri"/>
                <a:cs typeface="Calibri"/>
                <a:sym typeface="Calibri"/>
              </a:rPr>
              <a:t>peix</a:t>
            </a:r>
            <a:r>
              <a:rPr kumimoji="0" lang="es-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rPr>
              <a:t> (</a:t>
            </a:r>
            <a:r>
              <a:rPr kumimoji="0" lang="es-ES" sz="1600" b="1" i="0" u="none" strike="noStrike" cap="none" spc="0" normalizeH="0" baseline="0" dirty="0" err="1">
                <a:ln>
                  <a:noFill/>
                </a:ln>
                <a:solidFill>
                  <a:srgbClr val="FF0000"/>
                </a:solidFill>
                <a:effectLst/>
                <a:highlight>
                  <a:srgbClr val="FFFF00"/>
                </a:highlight>
                <a:uFillTx/>
                <a:latin typeface="Calibri"/>
                <a:ea typeface="Calibri"/>
                <a:cs typeface="Calibri"/>
                <a:sym typeface="Calibri"/>
              </a:rPr>
              <a:t>blau</a:t>
            </a:r>
            <a:r>
              <a:rPr kumimoji="0" lang="es-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rPr>
              <a:t>)</a:t>
            </a:r>
            <a:endParaRPr kumimoji="0" lang="ca-ES" sz="1600" b="1" i="0" u="none" strike="noStrike" cap="none" spc="0" normalizeH="0" baseline="0" dirty="0">
              <a:ln>
                <a:noFill/>
              </a:ln>
              <a:solidFill>
                <a:srgbClr val="FF0000"/>
              </a:solidFill>
              <a:effectLst/>
              <a:highlight>
                <a:srgbClr val="FFFF00"/>
              </a:highlight>
              <a:uFillTx/>
              <a:latin typeface="Calibri"/>
              <a:ea typeface="Calibri"/>
              <a:cs typeface="Calibri"/>
              <a:sym typeface="Calibri"/>
            </a:endParaRPr>
          </a:p>
        </p:txBody>
      </p:sp>
    </p:spTree>
    <p:extLst>
      <p:ext uri="{BB962C8B-B14F-4D97-AF65-F5344CB8AC3E}">
        <p14:creationId xmlns:p14="http://schemas.microsoft.com/office/powerpoint/2010/main" val="67809843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D581A476-721D-8A2A-A7DE-6D2C8BE99398}"/>
              </a:ext>
            </a:extLst>
          </p:cNvPr>
          <p:cNvSpPr>
            <a:spLocks noGrp="1"/>
          </p:cNvSpPr>
          <p:nvPr>
            <p:ph type="sldNum" sz="quarter" idx="2"/>
          </p:nvPr>
        </p:nvSpPr>
        <p:spPr/>
        <p:txBody>
          <a:bodyPr/>
          <a:lstStyle/>
          <a:p>
            <a:pPr lvl="0"/>
            <a:fld id="{86CB4B4D-7CA3-9044-876B-883B54F8677D}" type="slidenum">
              <a:rPr lang="ca-ES" smtClean="0"/>
              <a:pPr lvl="0"/>
              <a:t>4</a:t>
            </a:fld>
            <a:endParaRPr lang="ca-ES"/>
          </a:p>
        </p:txBody>
      </p:sp>
      <p:pic>
        <p:nvPicPr>
          <p:cNvPr id="4" name="Imagen 3">
            <a:extLst>
              <a:ext uri="{FF2B5EF4-FFF2-40B4-BE49-F238E27FC236}">
                <a16:creationId xmlns:a16="http://schemas.microsoft.com/office/drawing/2014/main" id="{84773379-277F-3EFC-00EA-D79904E7CAC8}"/>
              </a:ext>
            </a:extLst>
          </p:cNvPr>
          <p:cNvPicPr>
            <a:picLocks noChangeAspect="1"/>
          </p:cNvPicPr>
          <p:nvPr/>
        </p:nvPicPr>
        <p:blipFill>
          <a:blip r:embed="rId2"/>
          <a:stretch>
            <a:fillRect/>
          </a:stretch>
        </p:blipFill>
        <p:spPr>
          <a:xfrm rot="5400000">
            <a:off x="1730642" y="-1323528"/>
            <a:ext cx="6732748" cy="9505056"/>
          </a:xfrm>
          <a:prstGeom prst="rect">
            <a:avLst/>
          </a:prstGeom>
        </p:spPr>
      </p:pic>
    </p:spTree>
    <p:extLst>
      <p:ext uri="{BB962C8B-B14F-4D97-AF65-F5344CB8AC3E}">
        <p14:creationId xmlns:p14="http://schemas.microsoft.com/office/powerpoint/2010/main" val="168101682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F77E9F5C-1459-A2C7-70C4-D89AEA008135}"/>
              </a:ext>
            </a:extLst>
          </p:cNvPr>
          <p:cNvSpPr>
            <a:spLocks noGrp="1"/>
          </p:cNvSpPr>
          <p:nvPr>
            <p:ph type="sldNum" sz="quarter" idx="2"/>
          </p:nvPr>
        </p:nvSpPr>
        <p:spPr/>
        <p:txBody>
          <a:bodyPr/>
          <a:lstStyle/>
          <a:p>
            <a:pPr lvl="0"/>
            <a:fld id="{86CB4B4D-7CA3-9044-876B-883B54F8677D}" type="slidenum">
              <a:rPr lang="ca-ES" smtClean="0"/>
              <a:pPr lvl="0"/>
              <a:t>5</a:t>
            </a:fld>
            <a:endParaRPr lang="ca-ES"/>
          </a:p>
        </p:txBody>
      </p:sp>
      <p:pic>
        <p:nvPicPr>
          <p:cNvPr id="4" name="Imagen 3">
            <a:extLst>
              <a:ext uri="{FF2B5EF4-FFF2-40B4-BE49-F238E27FC236}">
                <a16:creationId xmlns:a16="http://schemas.microsoft.com/office/drawing/2014/main" id="{69350EBA-E578-24FA-BE16-26B1EE8A7F2E}"/>
              </a:ext>
            </a:extLst>
          </p:cNvPr>
          <p:cNvPicPr>
            <a:picLocks noChangeAspect="1"/>
          </p:cNvPicPr>
          <p:nvPr/>
        </p:nvPicPr>
        <p:blipFill>
          <a:blip r:embed="rId2"/>
          <a:stretch>
            <a:fillRect/>
          </a:stretch>
        </p:blipFill>
        <p:spPr>
          <a:xfrm>
            <a:off x="82136" y="0"/>
            <a:ext cx="9741727" cy="6858000"/>
          </a:xfrm>
          <a:prstGeom prst="rect">
            <a:avLst/>
          </a:prstGeom>
        </p:spPr>
      </p:pic>
      <p:sp>
        <p:nvSpPr>
          <p:cNvPr id="3" name="Estrella: 5 puntas 2">
            <a:extLst>
              <a:ext uri="{FF2B5EF4-FFF2-40B4-BE49-F238E27FC236}">
                <a16:creationId xmlns:a16="http://schemas.microsoft.com/office/drawing/2014/main" id="{DC5B2E27-BB4C-E1DB-ECCD-7B7800F14CA6}"/>
              </a:ext>
            </a:extLst>
          </p:cNvPr>
          <p:cNvSpPr/>
          <p:nvPr/>
        </p:nvSpPr>
        <p:spPr>
          <a:xfrm>
            <a:off x="5807176" y="959041"/>
            <a:ext cx="216024" cy="237712"/>
          </a:xfrm>
          <a:prstGeom prst="star5">
            <a:avLst/>
          </a:prstGeom>
          <a:solidFill>
            <a:schemeClr val="accent2"/>
          </a:solidFill>
          <a:ln w="25400" cap="flat">
            <a:solidFill>
              <a:schemeClr val="accent2"/>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dirty="0">
              <a:ln>
                <a:solidFill>
                  <a:srgbClr val="FFFF00"/>
                </a:solidFill>
              </a:ln>
              <a:solidFill>
                <a:srgbClr val="FFFF00"/>
              </a:solidFill>
              <a:effectLst/>
              <a:uFillTx/>
              <a:latin typeface="Calibri"/>
              <a:ea typeface="Calibri"/>
              <a:cs typeface="Calibri"/>
              <a:sym typeface="Calibri"/>
            </a:endParaRPr>
          </a:p>
        </p:txBody>
      </p:sp>
      <p:sp>
        <p:nvSpPr>
          <p:cNvPr id="5" name="Estrella: 5 puntas 4">
            <a:extLst>
              <a:ext uri="{FF2B5EF4-FFF2-40B4-BE49-F238E27FC236}">
                <a16:creationId xmlns:a16="http://schemas.microsoft.com/office/drawing/2014/main" id="{8C591954-0E74-F41E-BE10-F78EA8ECAA32}"/>
              </a:ext>
            </a:extLst>
          </p:cNvPr>
          <p:cNvSpPr/>
          <p:nvPr/>
        </p:nvSpPr>
        <p:spPr>
          <a:xfrm>
            <a:off x="2648744" y="2564904"/>
            <a:ext cx="216024" cy="237712"/>
          </a:xfrm>
          <a:prstGeom prst="star5">
            <a:avLst/>
          </a:prstGeom>
          <a:solidFill>
            <a:schemeClr val="accent2"/>
          </a:solidFill>
          <a:ln w="25400" cap="flat">
            <a:solidFill>
              <a:schemeClr val="accent2"/>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dirty="0">
              <a:ln>
                <a:solidFill>
                  <a:srgbClr val="FFFF00"/>
                </a:solidFill>
              </a:ln>
              <a:solidFill>
                <a:srgbClr val="FFFF00"/>
              </a:solidFill>
              <a:effectLst/>
              <a:uFillTx/>
              <a:latin typeface="Calibri"/>
              <a:ea typeface="Calibri"/>
              <a:cs typeface="Calibri"/>
              <a:sym typeface="Calibri"/>
            </a:endParaRPr>
          </a:p>
        </p:txBody>
      </p:sp>
      <p:sp>
        <p:nvSpPr>
          <p:cNvPr id="6" name="Estrella: 5 puntas 5">
            <a:extLst>
              <a:ext uri="{FF2B5EF4-FFF2-40B4-BE49-F238E27FC236}">
                <a16:creationId xmlns:a16="http://schemas.microsoft.com/office/drawing/2014/main" id="{C4C0CE74-FCB9-904A-CD14-DBF376F58F50}"/>
              </a:ext>
            </a:extLst>
          </p:cNvPr>
          <p:cNvSpPr/>
          <p:nvPr/>
        </p:nvSpPr>
        <p:spPr>
          <a:xfrm>
            <a:off x="5097016" y="1376609"/>
            <a:ext cx="216024" cy="237712"/>
          </a:xfrm>
          <a:prstGeom prst="star5">
            <a:avLst/>
          </a:prstGeom>
          <a:solidFill>
            <a:schemeClr val="accent2"/>
          </a:solidFill>
          <a:ln w="25400" cap="flat">
            <a:solidFill>
              <a:schemeClr val="accent2"/>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dirty="0">
              <a:ln>
                <a:solidFill>
                  <a:srgbClr val="FFFF00"/>
                </a:solidFill>
              </a:ln>
              <a:solidFill>
                <a:srgbClr val="FFFF00"/>
              </a:solidFill>
              <a:effectLst/>
              <a:uFillTx/>
              <a:latin typeface="Calibri"/>
              <a:ea typeface="Calibri"/>
              <a:cs typeface="Calibri"/>
              <a:sym typeface="Calibri"/>
            </a:endParaRPr>
          </a:p>
        </p:txBody>
      </p:sp>
      <p:sp>
        <p:nvSpPr>
          <p:cNvPr id="7" name="Estrella: 5 puntas 6">
            <a:extLst>
              <a:ext uri="{FF2B5EF4-FFF2-40B4-BE49-F238E27FC236}">
                <a16:creationId xmlns:a16="http://schemas.microsoft.com/office/drawing/2014/main" id="{859DD12F-E6F1-C32D-7145-0DF2FB4D6EE2}"/>
              </a:ext>
            </a:extLst>
          </p:cNvPr>
          <p:cNvSpPr/>
          <p:nvPr/>
        </p:nvSpPr>
        <p:spPr>
          <a:xfrm>
            <a:off x="5004228" y="2446048"/>
            <a:ext cx="216024" cy="237712"/>
          </a:xfrm>
          <a:prstGeom prst="star5">
            <a:avLst/>
          </a:prstGeom>
          <a:solidFill>
            <a:schemeClr val="accent2"/>
          </a:solidFill>
          <a:ln w="25400" cap="flat">
            <a:solidFill>
              <a:schemeClr val="accent2"/>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dirty="0">
              <a:ln>
                <a:solidFill>
                  <a:srgbClr val="FFFF00"/>
                </a:solidFill>
              </a:ln>
              <a:solidFill>
                <a:srgbClr val="FFFF00"/>
              </a:solidFill>
              <a:effectLst/>
              <a:uFillTx/>
              <a:latin typeface="Calibri"/>
              <a:ea typeface="Calibri"/>
              <a:cs typeface="Calibri"/>
              <a:sym typeface="Calibri"/>
            </a:endParaRPr>
          </a:p>
        </p:txBody>
      </p:sp>
      <p:sp>
        <p:nvSpPr>
          <p:cNvPr id="8" name="Estrella: 5 puntas 7">
            <a:extLst>
              <a:ext uri="{FF2B5EF4-FFF2-40B4-BE49-F238E27FC236}">
                <a16:creationId xmlns:a16="http://schemas.microsoft.com/office/drawing/2014/main" id="{C110EAF5-FEC1-095B-8152-2677CC4D5EAD}"/>
              </a:ext>
            </a:extLst>
          </p:cNvPr>
          <p:cNvSpPr/>
          <p:nvPr/>
        </p:nvSpPr>
        <p:spPr>
          <a:xfrm>
            <a:off x="5385048" y="3191312"/>
            <a:ext cx="216024" cy="237712"/>
          </a:xfrm>
          <a:prstGeom prst="star5">
            <a:avLst/>
          </a:prstGeom>
          <a:solidFill>
            <a:schemeClr val="accent2"/>
          </a:solidFill>
          <a:ln w="25400" cap="flat">
            <a:solidFill>
              <a:schemeClr val="accent2"/>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dirty="0">
              <a:ln>
                <a:solidFill>
                  <a:srgbClr val="FFFF00"/>
                </a:solidFill>
              </a:ln>
              <a:solidFill>
                <a:srgbClr val="FFFF00"/>
              </a:solidFill>
              <a:effectLst/>
              <a:uFillTx/>
              <a:latin typeface="Calibri"/>
              <a:ea typeface="Calibri"/>
              <a:cs typeface="Calibri"/>
              <a:sym typeface="Calibri"/>
            </a:endParaRPr>
          </a:p>
        </p:txBody>
      </p:sp>
      <p:sp>
        <p:nvSpPr>
          <p:cNvPr id="9" name="Estrella: 5 puntas 8">
            <a:extLst>
              <a:ext uri="{FF2B5EF4-FFF2-40B4-BE49-F238E27FC236}">
                <a16:creationId xmlns:a16="http://schemas.microsoft.com/office/drawing/2014/main" id="{85BAE057-11EC-FEEA-FFA5-2E1D3284B854}"/>
              </a:ext>
            </a:extLst>
          </p:cNvPr>
          <p:cNvSpPr/>
          <p:nvPr/>
        </p:nvSpPr>
        <p:spPr>
          <a:xfrm>
            <a:off x="5885060" y="2446048"/>
            <a:ext cx="216024" cy="237712"/>
          </a:xfrm>
          <a:prstGeom prst="star5">
            <a:avLst/>
          </a:prstGeom>
          <a:solidFill>
            <a:schemeClr val="accent2"/>
          </a:solidFill>
          <a:ln w="25400" cap="flat">
            <a:solidFill>
              <a:schemeClr val="accent2"/>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dirty="0">
              <a:ln>
                <a:solidFill>
                  <a:srgbClr val="FFFF00"/>
                </a:solidFill>
              </a:ln>
              <a:solidFill>
                <a:srgbClr val="FFFF00"/>
              </a:solidFill>
              <a:effectLst/>
              <a:uFillTx/>
              <a:latin typeface="Calibri"/>
              <a:ea typeface="Calibri"/>
              <a:cs typeface="Calibri"/>
              <a:sym typeface="Calibri"/>
            </a:endParaRPr>
          </a:p>
        </p:txBody>
      </p:sp>
      <p:sp>
        <p:nvSpPr>
          <p:cNvPr id="10" name="Estrella: 5 puntas 9">
            <a:extLst>
              <a:ext uri="{FF2B5EF4-FFF2-40B4-BE49-F238E27FC236}">
                <a16:creationId xmlns:a16="http://schemas.microsoft.com/office/drawing/2014/main" id="{89E69FDE-A4BE-1FB7-5BB9-56F6325FE18B}"/>
              </a:ext>
            </a:extLst>
          </p:cNvPr>
          <p:cNvSpPr/>
          <p:nvPr/>
        </p:nvSpPr>
        <p:spPr>
          <a:xfrm>
            <a:off x="8008848" y="2243792"/>
            <a:ext cx="216024" cy="237712"/>
          </a:xfrm>
          <a:prstGeom prst="star5">
            <a:avLst/>
          </a:prstGeom>
          <a:solidFill>
            <a:schemeClr val="accent2"/>
          </a:solidFill>
          <a:ln w="25400" cap="flat">
            <a:solidFill>
              <a:schemeClr val="accent2"/>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dirty="0">
              <a:ln>
                <a:solidFill>
                  <a:srgbClr val="FFFF00"/>
                </a:solidFill>
              </a:ln>
              <a:solidFill>
                <a:srgbClr val="FFFF00"/>
              </a:solidFill>
              <a:effectLst/>
              <a:uFillTx/>
              <a:latin typeface="Calibri"/>
              <a:ea typeface="Calibri"/>
              <a:cs typeface="Calibri"/>
              <a:sym typeface="Calibri"/>
            </a:endParaRPr>
          </a:p>
        </p:txBody>
      </p:sp>
      <p:sp>
        <p:nvSpPr>
          <p:cNvPr id="11" name="Estrella: 5 puntas 10">
            <a:extLst>
              <a:ext uri="{FF2B5EF4-FFF2-40B4-BE49-F238E27FC236}">
                <a16:creationId xmlns:a16="http://schemas.microsoft.com/office/drawing/2014/main" id="{A34139B8-1663-3B01-530B-32FC9C60BC67}"/>
              </a:ext>
            </a:extLst>
          </p:cNvPr>
          <p:cNvSpPr/>
          <p:nvPr/>
        </p:nvSpPr>
        <p:spPr>
          <a:xfrm>
            <a:off x="1995421" y="188640"/>
            <a:ext cx="216024" cy="237712"/>
          </a:xfrm>
          <a:prstGeom prst="star5">
            <a:avLst/>
          </a:prstGeom>
          <a:solidFill>
            <a:schemeClr val="accent2"/>
          </a:solidFill>
          <a:ln w="25400" cap="flat">
            <a:solidFill>
              <a:schemeClr val="accent2"/>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ca-ES" sz="1800" b="0" i="0" u="none" strike="noStrike" cap="none" spc="0" normalizeH="0" baseline="0" dirty="0">
              <a:ln>
                <a:solidFill>
                  <a:srgbClr val="FFFF00"/>
                </a:solidFill>
              </a:ln>
              <a:solidFill>
                <a:srgbClr val="FFFF00"/>
              </a:solidFill>
              <a:effectLst/>
              <a:uFillTx/>
              <a:latin typeface="Calibri"/>
              <a:ea typeface="Calibri"/>
              <a:cs typeface="Calibri"/>
              <a:sym typeface="Calibri"/>
            </a:endParaRPr>
          </a:p>
        </p:txBody>
      </p:sp>
      <p:sp>
        <p:nvSpPr>
          <p:cNvPr id="12" name="CuadroTexto 11">
            <a:extLst>
              <a:ext uri="{FF2B5EF4-FFF2-40B4-BE49-F238E27FC236}">
                <a16:creationId xmlns:a16="http://schemas.microsoft.com/office/drawing/2014/main" id="{E032CB9C-7D50-7881-E9A4-204FE64952D2}"/>
              </a:ext>
            </a:extLst>
          </p:cNvPr>
          <p:cNvSpPr txBox="1"/>
          <p:nvPr/>
        </p:nvSpPr>
        <p:spPr>
          <a:xfrm>
            <a:off x="2288704" y="188640"/>
            <a:ext cx="1954540" cy="369330"/>
          </a:xfrm>
          <a:prstGeom prst="rect">
            <a:avLst/>
          </a:prstGeom>
          <a:solidFill>
            <a:srgbClr val="FFFF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lang="es-ES" dirty="0">
                <a:solidFill>
                  <a:srgbClr val="FF0000"/>
                </a:solidFill>
              </a:rPr>
              <a:t>TAULES 2 METRES</a:t>
            </a:r>
            <a:endParaRPr kumimoji="0" lang="ca-ES" sz="1800" b="0" i="0" u="none" strike="noStrike" cap="none" spc="0" normalizeH="0" baseline="0" dirty="0">
              <a:ln>
                <a:noFill/>
              </a:ln>
              <a:solidFill>
                <a:srgbClr val="FF0000"/>
              </a:solidFill>
              <a:effectLst/>
              <a:uFillTx/>
              <a:latin typeface="Calibri"/>
              <a:ea typeface="Calibri"/>
              <a:cs typeface="Calibri"/>
              <a:sym typeface="Calibri"/>
            </a:endParaRPr>
          </a:p>
        </p:txBody>
      </p:sp>
    </p:spTree>
    <p:extLst>
      <p:ext uri="{BB962C8B-B14F-4D97-AF65-F5344CB8AC3E}">
        <p14:creationId xmlns:p14="http://schemas.microsoft.com/office/powerpoint/2010/main" val="132175749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15560E84-0311-286C-EEC7-AB4591DD517F}"/>
              </a:ext>
            </a:extLst>
          </p:cNvPr>
          <p:cNvSpPr>
            <a:spLocks noGrp="1"/>
          </p:cNvSpPr>
          <p:nvPr>
            <p:ph type="sldNum" sz="quarter" idx="2"/>
          </p:nvPr>
        </p:nvSpPr>
        <p:spPr/>
        <p:txBody>
          <a:bodyPr/>
          <a:lstStyle/>
          <a:p>
            <a:pPr lvl="0"/>
            <a:fld id="{86CB4B4D-7CA3-9044-876B-883B54F8677D}" type="slidenum">
              <a:rPr lang="ca-ES" smtClean="0"/>
              <a:pPr lvl="0"/>
              <a:t>6</a:t>
            </a:fld>
            <a:endParaRPr lang="ca-ES"/>
          </a:p>
        </p:txBody>
      </p:sp>
      <p:pic>
        <p:nvPicPr>
          <p:cNvPr id="4" name="Imagen 3">
            <a:extLst>
              <a:ext uri="{FF2B5EF4-FFF2-40B4-BE49-F238E27FC236}">
                <a16:creationId xmlns:a16="http://schemas.microsoft.com/office/drawing/2014/main" id="{BED5E24F-A9E3-B0B2-D33D-AE71E3E4464F}"/>
              </a:ext>
            </a:extLst>
          </p:cNvPr>
          <p:cNvPicPr>
            <a:picLocks noChangeAspect="1"/>
          </p:cNvPicPr>
          <p:nvPr/>
        </p:nvPicPr>
        <p:blipFill>
          <a:blip r:embed="rId2"/>
          <a:stretch>
            <a:fillRect/>
          </a:stretch>
        </p:blipFill>
        <p:spPr>
          <a:xfrm rot="5400000">
            <a:off x="1711161" y="-1366673"/>
            <a:ext cx="6828166" cy="9561512"/>
          </a:xfrm>
          <a:prstGeom prst="rect">
            <a:avLst/>
          </a:prstGeom>
        </p:spPr>
      </p:pic>
    </p:spTree>
    <p:extLst>
      <p:ext uri="{BB962C8B-B14F-4D97-AF65-F5344CB8AC3E}">
        <p14:creationId xmlns:p14="http://schemas.microsoft.com/office/powerpoint/2010/main" val="241717718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119063" y="0"/>
            <a:ext cx="1247776" cy="6858000"/>
          </a:xfrm>
          <a:prstGeom prst="rect">
            <a:avLst/>
          </a:prstGeom>
          <a:solidFill>
            <a:schemeClr val="tx2">
              <a:lumMod val="20000"/>
              <a:lumOff val="80000"/>
            </a:schemeClr>
          </a:solidFill>
          <a:ln w="28575" cap="flat" cmpd="sng" algn="ctr">
            <a:noFill/>
            <a:prstDash val="solid"/>
            <a:bevel/>
            <a:headEnd type="none" w="med" len="med"/>
            <a:tailEnd type="none" w="med" len="med"/>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spcFirstLastPara="1" lIns="45719" tIns="45719" rIns="45719" bIns="45719" spcCol="38100" anchor="ctr">
            <a:spAutoFit/>
          </a:bodyPr>
          <a:lstStyle/>
          <a:p>
            <a:pPr fontAlgn="auto" latinLnBrk="1" hangingPunct="0">
              <a:spcBef>
                <a:spcPts val="0"/>
              </a:spcBef>
              <a:spcAft>
                <a:spcPts val="0"/>
              </a:spcAft>
              <a:defRPr/>
            </a:pPr>
            <a:endParaRPr lang="ca-ES" kern="0" noProof="0" dirty="0">
              <a:solidFill>
                <a:srgbClr val="000000"/>
              </a:solidFill>
              <a:latin typeface="Calibri"/>
              <a:ea typeface="Calibri"/>
              <a:cs typeface="Calibri"/>
              <a:sym typeface="Calibri"/>
            </a:endParaRPr>
          </a:p>
        </p:txBody>
      </p:sp>
      <p:sp>
        <p:nvSpPr>
          <p:cNvPr id="12" name="CuadroTexto 8"/>
          <p:cNvSpPr txBox="1"/>
          <p:nvPr/>
        </p:nvSpPr>
        <p:spPr>
          <a:xfrm rot="16200000">
            <a:off x="-2122275" y="3576106"/>
            <a:ext cx="5766961" cy="56938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spcFirstLastPara="1" wrap="none" lIns="45719" tIns="45719" rIns="45719" bIns="45719" spcCol="38100">
            <a:spAutoFit/>
          </a:bodyPr>
          <a:lstStyle/>
          <a:p>
            <a:pPr fontAlgn="auto" latinLnBrk="1" hangingPunct="0">
              <a:spcBef>
                <a:spcPts val="0"/>
              </a:spcBef>
              <a:spcAft>
                <a:spcPts val="0"/>
              </a:spcAft>
              <a:defRPr/>
            </a:pPr>
            <a:r>
              <a:rPr lang="ca-ES" sz="3100" b="1" kern="0" noProof="0" dirty="0">
                <a:latin typeface="Arial"/>
                <a:ea typeface="Calibri"/>
                <a:cs typeface="Arial"/>
                <a:sym typeface="Calibri"/>
              </a:rPr>
              <a:t>CONDICIONS ECONÒMIQUES</a:t>
            </a:r>
          </a:p>
        </p:txBody>
      </p:sp>
      <p:sp>
        <p:nvSpPr>
          <p:cNvPr id="5" name="4 CuadroTexto"/>
          <p:cNvSpPr txBox="1"/>
          <p:nvPr/>
        </p:nvSpPr>
        <p:spPr>
          <a:xfrm>
            <a:off x="1300436" y="188640"/>
            <a:ext cx="8424936" cy="655563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spcFirstLastPara="1" wrap="square" lIns="45719" tIns="45719" rIns="45719" bIns="45719" spcCol="38100">
            <a:spAutoFit/>
          </a:bodyPr>
          <a:lstStyle/>
          <a:p>
            <a:pPr algn="just" fontAlgn="auto">
              <a:spcBef>
                <a:spcPts val="0"/>
              </a:spcBef>
              <a:spcAft>
                <a:spcPts val="0"/>
              </a:spcAft>
              <a:defRPr/>
            </a:pPr>
            <a:r>
              <a:rPr lang="ca-ES" sz="1050" dirty="0">
                <a:latin typeface="Calibri" panose="020F0502020204030204" pitchFamily="34" charset="0"/>
                <a:ea typeface="Calibri" panose="020F0502020204030204" pitchFamily="34" charset="0"/>
                <a:cs typeface="Calibri" panose="020F0502020204030204" pitchFamily="34" charset="0"/>
              </a:rPr>
              <a:t>El pagament del servei del càtering es farà per part de l'agència/agent que signa el present full d'encàrrec, únic obligat davant de Càtering Cal Blay SLU ( i sense perjudici del dret de repetició que es tingui sobre el client final i els acords a què s'arribi amb ell) . La forma de pagament del servei de càtering encarregat serà l'acordada en contracte anual de col·laboració o en el seu defecte:</a:t>
            </a:r>
          </a:p>
          <a:p>
            <a:pPr fontAlgn="auto">
              <a:spcBef>
                <a:spcPts val="0"/>
              </a:spcBef>
              <a:spcAft>
                <a:spcPts val="0"/>
              </a:spcAft>
              <a:defRPr/>
            </a:pPr>
            <a:endParaRPr lang="ca-ES" sz="1050" kern="0" noProof="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sym typeface="Calibri"/>
            </a:endParaRPr>
          </a:p>
          <a:p>
            <a:pPr fontAlgn="auto">
              <a:spcBef>
                <a:spcPts val="0"/>
              </a:spcBef>
              <a:spcAft>
                <a:spcPts val="0"/>
              </a:spcAft>
              <a:defRPr/>
            </a:pPr>
            <a:r>
              <a:rPr lang="ca-ES" sz="1050" b="1" dirty="0">
                <a:latin typeface="Calibri" panose="020F0502020204030204" pitchFamily="34" charset="0"/>
                <a:ea typeface="Calibri" panose="020F0502020204030204" pitchFamily="34" charset="0"/>
                <a:cs typeface="Calibri" panose="020F0502020204030204" pitchFamily="34" charset="0"/>
              </a:rPr>
              <a:t>Mitjançant transferència bancària</a:t>
            </a:r>
          </a:p>
          <a:p>
            <a:pPr fontAlgn="auto">
              <a:spcBef>
                <a:spcPts val="0"/>
              </a:spcBef>
              <a:spcAft>
                <a:spcPts val="0"/>
              </a:spcAft>
              <a:defRPr/>
            </a:pPr>
            <a:r>
              <a:rPr lang="ca-ES" sz="1050" dirty="0">
                <a:latin typeface="Calibri" panose="020F0502020204030204" pitchFamily="34" charset="0"/>
                <a:ea typeface="Calibri" panose="020F0502020204030204" pitchFamily="34" charset="0"/>
                <a:cs typeface="Calibri" panose="020F0502020204030204" pitchFamily="34" charset="0"/>
              </a:rPr>
              <a:t>Un mes abans de l'esdeveniment: dipòsit del 30% 
21 dies abans de l'esdeveniment: dipòsit del 50%
5 dies abans de l'esdeveniment: resta del pagament 
</a:t>
            </a:r>
            <a:r>
              <a:rPr lang="ca-ES" sz="1050" b="1" u="sng" dirty="0">
                <a:latin typeface="Calibri" panose="020F0502020204030204" pitchFamily="34" charset="0"/>
                <a:ea typeface="Calibri" panose="020F0502020204030204" pitchFamily="34" charset="0"/>
                <a:cs typeface="Calibri" panose="020F0502020204030204" pitchFamily="34" charset="0"/>
              </a:rPr>
              <a:t>Nota</a:t>
            </a:r>
            <a:r>
              <a:rPr lang="ca-ES" sz="1050" dirty="0">
                <a:latin typeface="Calibri" panose="020F0502020204030204" pitchFamily="34" charset="0"/>
                <a:ea typeface="Calibri" panose="020F0502020204030204" pitchFamily="34" charset="0"/>
                <a:cs typeface="Calibri" panose="020F0502020204030204" pitchFamily="34" charset="0"/>
              </a:rPr>
              <a:t>: els pagaments s'efectuaran sempre via transferència bancària.</a:t>
            </a:r>
            <a:r>
              <a:rPr lang="ca-ES" sz="1050" b="1" kern="0" cap="all" noProof="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sym typeface="Calibri"/>
              </a:rPr>
              <a:t> </a:t>
            </a:r>
          </a:p>
          <a:p>
            <a:pPr fontAlgn="auto">
              <a:spcBef>
                <a:spcPts val="0"/>
              </a:spcBef>
              <a:spcAft>
                <a:spcPts val="0"/>
              </a:spcAft>
              <a:defRPr/>
            </a:pPr>
            <a:endParaRPr lang="ca-ES" sz="1050" kern="0" noProof="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sym typeface="Calibri"/>
            </a:endParaRPr>
          </a:p>
          <a:p>
            <a:pPr fontAlgn="auto">
              <a:spcBef>
                <a:spcPts val="0"/>
              </a:spcBef>
              <a:spcAft>
                <a:spcPts val="0"/>
              </a:spcAft>
              <a:defRPr/>
            </a:pPr>
            <a:r>
              <a:rPr lang="es-ES" sz="1050" b="1" dirty="0">
                <a:latin typeface="Calibri" panose="020F0502020204030204" pitchFamily="34" charset="0"/>
                <a:ea typeface="Calibri" panose="020F0502020204030204" pitchFamily="34" charset="0"/>
                <a:cs typeface="Calibri" panose="020F0502020204030204" pitchFamily="34" charset="0"/>
              </a:rPr>
              <a:t>Política de </a:t>
            </a:r>
            <a:r>
              <a:rPr lang="es-ES" sz="1050" b="1" dirty="0" err="1">
                <a:latin typeface="Calibri" panose="020F0502020204030204" pitchFamily="34" charset="0"/>
                <a:ea typeface="Calibri" panose="020F0502020204030204" pitchFamily="34" charset="0"/>
                <a:cs typeface="Calibri" panose="020F0502020204030204" pitchFamily="34" charset="0"/>
              </a:rPr>
              <a:t>cancel·lació</a:t>
            </a:r>
            <a:r>
              <a:rPr lang="es-ES" sz="1050" b="1" dirty="0">
                <a:latin typeface="Calibri" panose="020F0502020204030204" pitchFamily="34" charset="0"/>
                <a:ea typeface="Calibri" panose="020F0502020204030204" pitchFamily="34" charset="0"/>
                <a:cs typeface="Calibri" panose="020F0502020204030204" pitchFamily="34" charset="0"/>
              </a:rPr>
              <a:t> total</a:t>
            </a:r>
          </a:p>
          <a:p>
            <a:pPr fontAlgn="auto">
              <a:spcBef>
                <a:spcPts val="0"/>
              </a:spcBef>
              <a:spcAft>
                <a:spcPts val="0"/>
              </a:spcAft>
              <a:defRPr/>
            </a:pPr>
            <a:r>
              <a:rPr lang="es-ES" sz="1050" dirty="0">
                <a:latin typeface="Calibri" panose="020F0502020204030204" pitchFamily="34" charset="0"/>
                <a:ea typeface="Calibri" panose="020F0502020204030204" pitchFamily="34" charset="0"/>
                <a:cs typeface="Calibri" panose="020F0502020204030204" pitchFamily="34" charset="0"/>
              </a:rPr>
              <a:t>A </a:t>
            </a:r>
            <a:r>
              <a:rPr lang="es-ES" sz="1050" dirty="0" err="1">
                <a:latin typeface="Calibri" panose="020F0502020204030204" pitchFamily="34" charset="0"/>
                <a:ea typeface="Calibri" panose="020F0502020204030204" pitchFamily="34" charset="0"/>
                <a:cs typeface="Calibri" panose="020F0502020204030204" pitchFamily="34" charset="0"/>
              </a:rPr>
              <a:t>menys</a:t>
            </a:r>
            <a:r>
              <a:rPr lang="es-ES" sz="1050" dirty="0">
                <a:latin typeface="Calibri" panose="020F0502020204030204" pitchFamily="34" charset="0"/>
                <a:ea typeface="Calibri" panose="020F0502020204030204" pitchFamily="34" charset="0"/>
                <a:cs typeface="Calibri" panose="020F0502020204030204" pitchFamily="34" charset="0"/>
              </a:rPr>
              <a:t> d' un mes: </a:t>
            </a:r>
            <a:r>
              <a:rPr lang="es-ES" sz="1050" dirty="0" err="1">
                <a:latin typeface="Calibri" panose="020F0502020204030204" pitchFamily="34" charset="0"/>
                <a:ea typeface="Calibri" panose="020F0502020204030204" pitchFamily="34" charset="0"/>
                <a:cs typeface="Calibri" panose="020F0502020204030204" pitchFamily="34" charset="0"/>
              </a:rPr>
              <a:t>penalització</a:t>
            </a:r>
            <a:r>
              <a:rPr lang="es-ES" sz="1050" dirty="0">
                <a:latin typeface="Calibri" panose="020F0502020204030204" pitchFamily="34" charset="0"/>
                <a:ea typeface="Calibri" panose="020F0502020204030204" pitchFamily="34" charset="0"/>
                <a:cs typeface="Calibri" panose="020F0502020204030204" pitchFamily="34" charset="0"/>
              </a:rPr>
              <a:t> del 30%. 
A </a:t>
            </a:r>
            <a:r>
              <a:rPr lang="es-ES" sz="1050" dirty="0" err="1">
                <a:latin typeface="Calibri" panose="020F0502020204030204" pitchFamily="34" charset="0"/>
                <a:ea typeface="Calibri" panose="020F0502020204030204" pitchFamily="34" charset="0"/>
                <a:cs typeface="Calibri" panose="020F0502020204030204" pitchFamily="34" charset="0"/>
              </a:rPr>
              <a:t>menys</a:t>
            </a:r>
            <a:r>
              <a:rPr lang="es-ES" sz="1050" dirty="0">
                <a:latin typeface="Calibri" panose="020F0502020204030204" pitchFamily="34" charset="0"/>
                <a:ea typeface="Calibri" panose="020F0502020204030204" pitchFamily="34" charset="0"/>
                <a:cs typeface="Calibri" panose="020F0502020204030204" pitchFamily="34" charset="0"/>
              </a:rPr>
              <a:t> de 15 </a:t>
            </a:r>
            <a:r>
              <a:rPr lang="es-ES" sz="1050" dirty="0" err="1">
                <a:latin typeface="Calibri" panose="020F0502020204030204" pitchFamily="34" charset="0"/>
                <a:ea typeface="Calibri" panose="020F0502020204030204" pitchFamily="34" charset="0"/>
                <a:cs typeface="Calibri" panose="020F0502020204030204" pitchFamily="34" charset="0"/>
              </a:rPr>
              <a:t>dies</a:t>
            </a:r>
            <a:r>
              <a:rPr lang="es-ES" sz="1050" dirty="0">
                <a:latin typeface="Calibri" panose="020F0502020204030204" pitchFamily="34" charset="0"/>
                <a:ea typeface="Calibri" panose="020F0502020204030204" pitchFamily="34" charset="0"/>
                <a:cs typeface="Calibri" panose="020F0502020204030204" pitchFamily="34" charset="0"/>
              </a:rPr>
              <a:t>: </a:t>
            </a:r>
            <a:r>
              <a:rPr lang="es-ES" sz="1050" dirty="0" err="1">
                <a:latin typeface="Calibri" panose="020F0502020204030204" pitchFamily="34" charset="0"/>
                <a:ea typeface="Calibri" panose="020F0502020204030204" pitchFamily="34" charset="0"/>
                <a:cs typeface="Calibri" panose="020F0502020204030204" pitchFamily="34" charset="0"/>
              </a:rPr>
              <a:t>penalització</a:t>
            </a:r>
            <a:r>
              <a:rPr lang="es-ES" sz="1050" dirty="0">
                <a:latin typeface="Calibri" panose="020F0502020204030204" pitchFamily="34" charset="0"/>
                <a:ea typeface="Calibri" panose="020F0502020204030204" pitchFamily="34" charset="0"/>
                <a:cs typeface="Calibri" panose="020F0502020204030204" pitchFamily="34" charset="0"/>
              </a:rPr>
              <a:t> del 50% 
A </a:t>
            </a:r>
            <a:r>
              <a:rPr lang="es-ES" sz="1050" dirty="0" err="1">
                <a:latin typeface="Calibri" panose="020F0502020204030204" pitchFamily="34" charset="0"/>
                <a:ea typeface="Calibri" panose="020F0502020204030204" pitchFamily="34" charset="0"/>
                <a:cs typeface="Calibri" panose="020F0502020204030204" pitchFamily="34" charset="0"/>
              </a:rPr>
              <a:t>menys</a:t>
            </a:r>
            <a:r>
              <a:rPr lang="es-ES" sz="1050" dirty="0">
                <a:latin typeface="Calibri" panose="020F0502020204030204" pitchFamily="34" charset="0"/>
                <a:ea typeface="Calibri" panose="020F0502020204030204" pitchFamily="34" charset="0"/>
                <a:cs typeface="Calibri" panose="020F0502020204030204" pitchFamily="34" charset="0"/>
              </a:rPr>
              <a:t> de 8 </a:t>
            </a:r>
            <a:r>
              <a:rPr lang="es-ES" sz="1050" dirty="0" err="1">
                <a:latin typeface="Calibri" panose="020F0502020204030204" pitchFamily="34" charset="0"/>
                <a:ea typeface="Calibri" panose="020F0502020204030204" pitchFamily="34" charset="0"/>
                <a:cs typeface="Calibri" panose="020F0502020204030204" pitchFamily="34" charset="0"/>
              </a:rPr>
              <a:t>dies</a:t>
            </a:r>
            <a:r>
              <a:rPr lang="es-ES" sz="1050" dirty="0">
                <a:latin typeface="Calibri" panose="020F0502020204030204" pitchFamily="34" charset="0"/>
                <a:ea typeface="Calibri" panose="020F0502020204030204" pitchFamily="34" charset="0"/>
                <a:cs typeface="Calibri" panose="020F0502020204030204" pitchFamily="34" charset="0"/>
              </a:rPr>
              <a:t>: </a:t>
            </a:r>
            <a:r>
              <a:rPr lang="es-ES" sz="1050" dirty="0" err="1">
                <a:latin typeface="Calibri" panose="020F0502020204030204" pitchFamily="34" charset="0"/>
                <a:ea typeface="Calibri" panose="020F0502020204030204" pitchFamily="34" charset="0"/>
                <a:cs typeface="Calibri" panose="020F0502020204030204" pitchFamily="34" charset="0"/>
              </a:rPr>
              <a:t>penalització</a:t>
            </a:r>
            <a:r>
              <a:rPr lang="es-ES" sz="1050" dirty="0">
                <a:latin typeface="Calibri" panose="020F0502020204030204" pitchFamily="34" charset="0"/>
                <a:ea typeface="Calibri" panose="020F0502020204030204" pitchFamily="34" charset="0"/>
                <a:cs typeface="Calibri" panose="020F0502020204030204" pitchFamily="34" charset="0"/>
              </a:rPr>
              <a:t> del 75% 
A </a:t>
            </a:r>
            <a:r>
              <a:rPr lang="es-ES" sz="1050" dirty="0" err="1">
                <a:latin typeface="Calibri" panose="020F0502020204030204" pitchFamily="34" charset="0"/>
                <a:ea typeface="Calibri" panose="020F0502020204030204" pitchFamily="34" charset="0"/>
                <a:cs typeface="Calibri" panose="020F0502020204030204" pitchFamily="34" charset="0"/>
              </a:rPr>
              <a:t>menys</a:t>
            </a:r>
            <a:r>
              <a:rPr lang="es-ES" sz="1050" dirty="0">
                <a:latin typeface="Calibri" panose="020F0502020204030204" pitchFamily="34" charset="0"/>
                <a:ea typeface="Calibri" panose="020F0502020204030204" pitchFamily="34" charset="0"/>
                <a:cs typeface="Calibri" panose="020F0502020204030204" pitchFamily="34" charset="0"/>
              </a:rPr>
              <a:t> de 2 </a:t>
            </a:r>
            <a:r>
              <a:rPr lang="es-ES" sz="1050" dirty="0" err="1">
                <a:latin typeface="Calibri" panose="020F0502020204030204" pitchFamily="34" charset="0"/>
                <a:ea typeface="Calibri" panose="020F0502020204030204" pitchFamily="34" charset="0"/>
                <a:cs typeface="Calibri" panose="020F0502020204030204" pitchFamily="34" charset="0"/>
              </a:rPr>
              <a:t>dies</a:t>
            </a:r>
            <a:r>
              <a:rPr lang="es-ES" sz="1050" dirty="0">
                <a:latin typeface="Calibri" panose="020F0502020204030204" pitchFamily="34" charset="0"/>
                <a:ea typeface="Calibri" panose="020F0502020204030204" pitchFamily="34" charset="0"/>
                <a:cs typeface="Calibri" panose="020F0502020204030204" pitchFamily="34" charset="0"/>
              </a:rPr>
              <a:t>: </a:t>
            </a:r>
            <a:r>
              <a:rPr lang="es-ES" sz="1050" dirty="0" err="1">
                <a:latin typeface="Calibri" panose="020F0502020204030204" pitchFamily="34" charset="0"/>
                <a:ea typeface="Calibri" panose="020F0502020204030204" pitchFamily="34" charset="0"/>
                <a:cs typeface="Calibri" panose="020F0502020204030204" pitchFamily="34" charset="0"/>
              </a:rPr>
              <a:t>penalització</a:t>
            </a:r>
            <a:r>
              <a:rPr lang="es-ES" sz="1050" dirty="0">
                <a:latin typeface="Calibri" panose="020F0502020204030204" pitchFamily="34" charset="0"/>
                <a:ea typeface="Calibri" panose="020F0502020204030204" pitchFamily="34" charset="0"/>
                <a:cs typeface="Calibri" panose="020F0502020204030204" pitchFamily="34" charset="0"/>
              </a:rPr>
              <a:t> del 100 % total factura.</a:t>
            </a:r>
            <a:r>
              <a:rPr lang="ca-ES" sz="1050" kern="0" noProof="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sym typeface="Calibri"/>
              </a:rPr>
              <a:t> </a:t>
            </a:r>
          </a:p>
          <a:p>
            <a:pPr fontAlgn="auto">
              <a:spcBef>
                <a:spcPts val="0"/>
              </a:spcBef>
              <a:spcAft>
                <a:spcPts val="0"/>
              </a:spcAft>
              <a:defRPr/>
            </a:pPr>
            <a:r>
              <a:rPr lang="ca-ES" sz="1050" kern="0" noProof="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sym typeface="Calibri"/>
              </a:rPr>
              <a:t> </a:t>
            </a:r>
          </a:p>
          <a:p>
            <a:pPr fontAlgn="auto">
              <a:spcBef>
                <a:spcPts val="0"/>
              </a:spcBef>
              <a:spcAft>
                <a:spcPts val="0"/>
              </a:spcAft>
              <a:defRPr/>
            </a:pPr>
            <a:r>
              <a:rPr lang="ca-ES" sz="1050" b="1" dirty="0">
                <a:latin typeface="Calibri" panose="020F0502020204030204" pitchFamily="34" charset="0"/>
                <a:ea typeface="Calibri" panose="020F0502020204030204" pitchFamily="34" charset="0"/>
                <a:cs typeface="Calibri" panose="020F0502020204030204" pitchFamily="34" charset="0"/>
              </a:rPr>
              <a:t>Política de cancel·lació parcial</a:t>
            </a:r>
            <a:endParaRPr lang="ca-ES" sz="1050" kern="0" noProof="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sym typeface="Calibri"/>
            </a:endParaRPr>
          </a:p>
          <a:p>
            <a:pPr fontAlgn="auto">
              <a:spcBef>
                <a:spcPts val="0"/>
              </a:spcBef>
              <a:spcAft>
                <a:spcPts val="0"/>
              </a:spcAft>
              <a:defRPr/>
            </a:pPr>
            <a:r>
              <a:rPr lang="ca-ES" sz="1050" dirty="0">
                <a:latin typeface="Calibri" panose="020F0502020204030204" pitchFamily="34" charset="0"/>
                <a:ea typeface="Calibri" panose="020F0502020204030204" pitchFamily="34" charset="0"/>
                <a:cs typeface="Calibri" panose="020F0502020204030204" pitchFamily="34" charset="0"/>
              </a:rPr>
              <a:t>Cancel·lació de comensals a </a:t>
            </a:r>
            <a:r>
              <a:rPr lang="ca-ES" sz="1050" u="sng" dirty="0">
                <a:latin typeface="Calibri" panose="020F0502020204030204" pitchFamily="34" charset="0"/>
                <a:ea typeface="Calibri" panose="020F0502020204030204" pitchFamily="34" charset="0"/>
                <a:cs typeface="Calibri" panose="020F0502020204030204" pitchFamily="34" charset="0"/>
              </a:rPr>
              <a:t>menys de 8 dies</a:t>
            </a:r>
            <a:r>
              <a:rPr lang="ca-ES" sz="1050" dirty="0">
                <a:latin typeface="Calibri" panose="020F0502020204030204" pitchFamily="34" charset="0"/>
                <a:ea typeface="Calibri" panose="020F0502020204030204" pitchFamily="34" charset="0"/>
                <a:cs typeface="Calibri" panose="020F0502020204030204" pitchFamily="34" charset="0"/>
              </a:rPr>
              <a:t>. Càrrec del 50% dels comensals cancel·lats.
Cancel·lació de comensals a </a:t>
            </a:r>
            <a:r>
              <a:rPr lang="ca-ES" sz="1050" u="sng" dirty="0">
                <a:latin typeface="Calibri" panose="020F0502020204030204" pitchFamily="34" charset="0"/>
                <a:ea typeface="Calibri" panose="020F0502020204030204" pitchFamily="34" charset="0"/>
                <a:cs typeface="Calibri" panose="020F0502020204030204" pitchFamily="34" charset="0"/>
              </a:rPr>
              <a:t>menys de 72 hores laborables</a:t>
            </a:r>
            <a:r>
              <a:rPr lang="ca-ES" sz="1050" dirty="0">
                <a:latin typeface="Calibri" panose="020F0502020204030204" pitchFamily="34" charset="0"/>
                <a:ea typeface="Calibri" panose="020F0502020204030204" pitchFamily="34" charset="0"/>
                <a:cs typeface="Calibri" panose="020F0502020204030204" pitchFamily="34" charset="0"/>
              </a:rPr>
              <a:t>. Càrrec del 75% dels comensals cancel·lats.
Cancel·lació de comensals a </a:t>
            </a:r>
            <a:r>
              <a:rPr lang="ca-ES" sz="1050" u="sng" dirty="0">
                <a:latin typeface="Calibri" panose="020F0502020204030204" pitchFamily="34" charset="0"/>
                <a:ea typeface="Calibri" panose="020F0502020204030204" pitchFamily="34" charset="0"/>
                <a:cs typeface="Calibri" panose="020F0502020204030204" pitchFamily="34" charset="0"/>
              </a:rPr>
              <a:t>menys de 48 hores laborables</a:t>
            </a:r>
            <a:r>
              <a:rPr lang="ca-ES" sz="1050" dirty="0">
                <a:latin typeface="Calibri" panose="020F0502020204030204" pitchFamily="34" charset="0"/>
                <a:ea typeface="Calibri" panose="020F0502020204030204" pitchFamily="34" charset="0"/>
                <a:cs typeface="Calibri" panose="020F0502020204030204" pitchFamily="34" charset="0"/>
              </a:rPr>
              <a:t>. Càrrec del 100% dels comensals cancel·lats. 
Totes les cancel·lacions, canvis, etc. s' hauran d'indicar per escrit dins els terminis establerts. En cas contrari es facturarà el 100%.</a:t>
            </a:r>
          </a:p>
          <a:p>
            <a:pPr fontAlgn="auto">
              <a:spcBef>
                <a:spcPts val="0"/>
              </a:spcBef>
              <a:spcAft>
                <a:spcPts val="0"/>
              </a:spcAft>
              <a:defRPr/>
            </a:pPr>
            <a:endParaRPr lang="ca-ES" sz="1050" noProof="0" dirty="0">
              <a:latin typeface="Calibri" panose="020F0502020204030204" pitchFamily="34" charset="0"/>
              <a:ea typeface="Calibri" panose="020F0502020204030204" pitchFamily="34" charset="0"/>
              <a:cs typeface="Calibri" panose="020F0502020204030204" pitchFamily="34" charset="0"/>
            </a:endParaRPr>
          </a:p>
          <a:p>
            <a:pPr fontAlgn="auto">
              <a:spcBef>
                <a:spcPts val="0"/>
              </a:spcBef>
              <a:spcAft>
                <a:spcPts val="0"/>
              </a:spcAft>
              <a:defRPr/>
            </a:pPr>
            <a:r>
              <a:rPr lang="ca-ES" sz="1050" b="1" dirty="0">
                <a:latin typeface="Calibri" panose="020F0502020204030204" pitchFamily="34" charset="0"/>
                <a:ea typeface="Calibri" panose="020F0502020204030204" pitchFamily="34" charset="0"/>
                <a:cs typeface="Calibri" panose="020F0502020204030204" pitchFamily="34" charset="0"/>
              </a:rPr>
              <a:t>Clàusula de resolució per impagament en serveis de càtering</a:t>
            </a:r>
          </a:p>
          <a:p>
            <a:pPr algn="just" fontAlgn="auto">
              <a:spcBef>
                <a:spcPts val="0"/>
              </a:spcBef>
              <a:spcAft>
                <a:spcPts val="0"/>
              </a:spcAft>
              <a:defRPr/>
            </a:pPr>
            <a:r>
              <a:rPr lang="ca-ES" sz="1050" dirty="0">
                <a:latin typeface="Calibri" panose="020F0502020204030204" pitchFamily="34" charset="0"/>
                <a:ea typeface="Calibri" panose="020F0502020204030204" pitchFamily="34" charset="0"/>
                <a:cs typeface="Calibri" panose="020F0502020204030204" pitchFamily="34" charset="0"/>
              </a:rPr>
              <a:t>El pagament de les quantitats establertes en el present contracte i en els pressupostos acceptats pel client constitueix una obligació essencial per a la prestació del servei de càtering. </a:t>
            </a:r>
          </a:p>
          <a:p>
            <a:pPr algn="just" fontAlgn="auto">
              <a:spcBef>
                <a:spcPts val="0"/>
              </a:spcBef>
              <a:spcAft>
                <a:spcPts val="0"/>
              </a:spcAft>
              <a:defRPr/>
            </a:pPr>
            <a:r>
              <a:rPr lang="ca-ES" sz="1050" dirty="0">
                <a:latin typeface="Calibri" panose="020F0502020204030204" pitchFamily="34" charset="0"/>
                <a:ea typeface="Calibri" panose="020F0502020204030204" pitchFamily="34" charset="0"/>
                <a:cs typeface="Calibri" panose="020F0502020204030204" pitchFamily="34" charset="0"/>
              </a:rPr>
              <a:t>L'impagament total o parcial de les esmentades quantitats, ja sigui per incompliment dels terminis de pagament estipulats o per l'abonament d'imports inferiors als deguts, facultarà l'empresa de càtering per ser el present contracte de manera automàtica i unilateral, quedant alliberada de l'obligació de preparar, i/o prestar el servei contractat,  totalment o parcialment, encara que l' esdeveniment sigui proper o en curs d' organització. En cas de resolució per impagament, l'empresa de càtering podrà suspendre de manera immediata qualsevol actuació preparatòria (compres, reserves de personal, elaboració de menús, logística o transport), sense que això generi cap dret a reclamació per part del client.
La resolució contractual per aquesta causa no implicarà la devolució de les quantitats ja abonades, les quals podran ser retingudes per l'empresa de càtering en concepte de penalització i/o compensació per les despeses ja incorregudes, sense perjudici del seu dret a reclamar les quantitats pendents i els danys i perjudicis que es puguin derivar de l'incompliment.</a:t>
            </a:r>
          </a:p>
          <a:p>
            <a:pPr fontAlgn="auto">
              <a:spcBef>
                <a:spcPts val="0"/>
              </a:spcBef>
              <a:spcAft>
                <a:spcPts val="0"/>
              </a:spcAft>
              <a:defRPr/>
            </a:pPr>
            <a:endParaRPr lang="ca-ES" sz="1050" noProof="0" dirty="0">
              <a:solidFill>
                <a:srgbClr val="151515"/>
              </a:solidFill>
              <a:latin typeface="Calibri" panose="020F0502020204030204" pitchFamily="34" charset="0"/>
              <a:ea typeface="Calibri" panose="020F0502020204030204" pitchFamily="34" charset="0"/>
              <a:cs typeface="Calibri" panose="020F0502020204030204" pitchFamily="34" charset="0"/>
            </a:endParaRPr>
          </a:p>
          <a:p>
            <a:pPr fontAlgn="auto">
              <a:spcBef>
                <a:spcPts val="0"/>
              </a:spcBef>
              <a:spcAft>
                <a:spcPts val="0"/>
              </a:spcAft>
              <a:defRPr/>
            </a:pPr>
            <a:r>
              <a:rPr lang="es-ES" sz="1050" b="1" dirty="0" err="1">
                <a:solidFill>
                  <a:srgbClr val="151515"/>
                </a:solidFill>
                <a:latin typeface="Calibri" panose="020F0502020204030204" pitchFamily="34" charset="0"/>
                <a:ea typeface="Calibri" panose="020F0502020204030204" pitchFamily="34" charset="0"/>
                <a:cs typeface="Calibri" panose="020F0502020204030204" pitchFamily="34" charset="0"/>
              </a:rPr>
              <a:t>Informació</a:t>
            </a:r>
            <a:r>
              <a:rPr lang="es-ES" sz="1050" b="1" dirty="0">
                <a:solidFill>
                  <a:srgbClr val="151515"/>
                </a:solidFill>
                <a:latin typeface="Calibri" panose="020F0502020204030204" pitchFamily="34" charset="0"/>
                <a:ea typeface="Calibri" panose="020F0502020204030204" pitchFamily="34" charset="0"/>
                <a:cs typeface="Calibri" panose="020F0502020204030204" pitchFamily="34" charset="0"/>
              </a:rPr>
              <a:t> </a:t>
            </a:r>
            <a:r>
              <a:rPr lang="es-ES" sz="1050" b="1" dirty="0" err="1">
                <a:solidFill>
                  <a:srgbClr val="151515"/>
                </a:solidFill>
                <a:latin typeface="Calibri" panose="020F0502020204030204" pitchFamily="34" charset="0"/>
                <a:ea typeface="Calibri" panose="020F0502020204030204" pitchFamily="34" charset="0"/>
                <a:cs typeface="Calibri" panose="020F0502020204030204" pitchFamily="34" charset="0"/>
              </a:rPr>
              <a:t>bàsica</a:t>
            </a:r>
            <a:r>
              <a:rPr lang="es-ES" sz="1050" b="1" dirty="0">
                <a:solidFill>
                  <a:srgbClr val="151515"/>
                </a:solidFill>
                <a:latin typeface="Calibri" panose="020F0502020204030204" pitchFamily="34" charset="0"/>
                <a:ea typeface="Calibri" panose="020F0502020204030204" pitchFamily="34" charset="0"/>
                <a:cs typeface="Calibri" panose="020F0502020204030204" pitchFamily="34" charset="0"/>
              </a:rPr>
              <a:t> sobre </a:t>
            </a:r>
            <a:r>
              <a:rPr lang="es-ES" sz="1050" b="1" dirty="0" err="1">
                <a:solidFill>
                  <a:srgbClr val="151515"/>
                </a:solidFill>
                <a:latin typeface="Calibri" panose="020F0502020204030204" pitchFamily="34" charset="0"/>
                <a:ea typeface="Calibri" panose="020F0502020204030204" pitchFamily="34" charset="0"/>
                <a:cs typeface="Calibri" panose="020F0502020204030204" pitchFamily="34" charset="0"/>
              </a:rPr>
              <a:t>protecció</a:t>
            </a:r>
            <a:r>
              <a:rPr lang="es-ES" sz="1050" b="1" dirty="0">
                <a:solidFill>
                  <a:srgbClr val="151515"/>
                </a:solidFill>
                <a:latin typeface="Calibri" panose="020F0502020204030204" pitchFamily="34" charset="0"/>
                <a:ea typeface="Calibri" panose="020F0502020204030204" pitchFamily="34" charset="0"/>
                <a:cs typeface="Calibri" panose="020F0502020204030204" pitchFamily="34" charset="0"/>
              </a:rPr>
              <a:t> de dades</a:t>
            </a:r>
          </a:p>
          <a:p>
            <a:pPr fontAlgn="auto">
              <a:spcBef>
                <a:spcPts val="0"/>
              </a:spcBef>
              <a:spcAft>
                <a:spcPts val="0"/>
              </a:spcAft>
              <a:defRPr/>
            </a:pPr>
            <a:r>
              <a:rPr lang="ca-ES" sz="1050" dirty="0">
                <a:solidFill>
                  <a:srgbClr val="151515"/>
                </a:solidFill>
                <a:latin typeface="Calibri" panose="020F0502020204030204" pitchFamily="34" charset="0"/>
                <a:ea typeface="Calibri" panose="020F0502020204030204" pitchFamily="34" charset="0"/>
                <a:cs typeface="Calibri" panose="020F0502020204030204" pitchFamily="34" charset="0"/>
              </a:rPr>
              <a:t>Responsable: CÀTERING CAL BLAY SLU; Finalitat: Prestar els serveis sol·licitats i enviar comunicacions comercials i/o </a:t>
            </a:r>
            <a:r>
              <a:rPr lang="ca-ES" sz="1050" dirty="0" err="1">
                <a:solidFill>
                  <a:srgbClr val="151515"/>
                </a:solidFill>
                <a:latin typeface="Calibri" panose="020F0502020204030204" pitchFamily="34" charset="0"/>
                <a:ea typeface="Calibri" panose="020F0502020204030204" pitchFamily="34" charset="0"/>
                <a:cs typeface="Calibri" panose="020F0502020204030204" pitchFamily="34" charset="0"/>
              </a:rPr>
              <a:t>newsletter</a:t>
            </a:r>
            <a:r>
              <a:rPr lang="ca-ES" sz="1050" dirty="0">
                <a:solidFill>
                  <a:srgbClr val="151515"/>
                </a:solidFill>
                <a:latin typeface="Calibri" panose="020F0502020204030204" pitchFamily="34" charset="0"/>
                <a:ea typeface="Calibri" panose="020F0502020204030204" pitchFamily="34" charset="0"/>
                <a:cs typeface="Calibri" panose="020F0502020204030204" pitchFamily="34" charset="0"/>
              </a:rPr>
              <a:t>; Legitimació: Execució d' un contracte, consentiment de l' interessat; Destinataris: Estan previstes cessions de dades a: Administració Tributària, Si s' escau, empresa missatgeria o transport, Entitats financeres, estan previstes transferències a tercers països; Drets: Té dret a accedir, rectificar i suprimir les dades, així com altres drets, indicats en la informació addicional, que pot exercir dirigint-se a administracio@calblay.com o C/ Josep Rovira 27, 08770 Sant Sadurní d'Anoia - Barcelona; Procedència: El mateix interessat; Informació addicional: Política de Privacitat - Cal Blay</a:t>
            </a:r>
            <a:r>
              <a:rPr lang="ca-ES" sz="1050" noProof="0" dirty="0">
                <a:latin typeface="Calibri" panose="020F0502020204030204" pitchFamily="34" charset="0"/>
                <a:ea typeface="Calibri" panose="020F0502020204030204" pitchFamily="34" charset="0"/>
                <a:cs typeface="Calibri" panose="020F0502020204030204" pitchFamily="34" charset="0"/>
              </a:rPr>
              <a:t>	</a:t>
            </a:r>
            <a:endParaRPr lang="ca-ES" sz="1050" noProof="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5240240"/>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827E1F2A6A6134F92A9F15D20A2C7EB" ma:contentTypeVersion="13" ma:contentTypeDescription="Crear nuevo documento." ma:contentTypeScope="" ma:versionID="e3d0159570353862199ef17b36aeab72">
  <xsd:schema xmlns:xsd="http://www.w3.org/2001/XMLSchema" xmlns:xs="http://www.w3.org/2001/XMLSchema" xmlns:p="http://schemas.microsoft.com/office/2006/metadata/properties" xmlns:ns2="7bc21e8b-9a2a-4f27-9a15-13ba766ee81c" xmlns:ns3="834d9a2c-b3a2-40cf-9f5a-3e1af91402ae" targetNamespace="http://schemas.microsoft.com/office/2006/metadata/properties" ma:root="true" ma:fieldsID="c540bf311518cce847c631e5b2bb5464" ns2:_="" ns3:_="">
    <xsd:import namespace="7bc21e8b-9a2a-4f27-9a15-13ba766ee81c"/>
    <xsd:import namespace="834d9a2c-b3a2-40cf-9f5a-3e1af91402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c21e8b-9a2a-4f27-9a15-13ba766ee8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e4683fe5-7c4f-4d59-8176-f32f8657b44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4d9a2c-b3a2-40cf-9f5a-3e1af91402a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ddf01a0-d11f-4a8b-84b0-ced3c685fabd}" ma:internalName="TaxCatchAll" ma:showField="CatchAllData" ma:web="834d9a2c-b3a2-40cf-9f5a-3e1af91402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bc21e8b-9a2a-4f27-9a15-13ba766ee81c">
      <Terms xmlns="http://schemas.microsoft.com/office/infopath/2007/PartnerControls"/>
    </lcf76f155ced4ddcb4097134ff3c332f>
    <TaxCatchAll xmlns="834d9a2c-b3a2-40cf-9f5a-3e1af91402ae" xsi:nil="true"/>
  </documentManagement>
</p:properties>
</file>

<file path=customXml/itemProps1.xml><?xml version="1.0" encoding="utf-8"?>
<ds:datastoreItem xmlns:ds="http://schemas.openxmlformats.org/officeDocument/2006/customXml" ds:itemID="{BBC5DCE6-42DE-4247-98B6-93521490F5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c21e8b-9a2a-4f27-9a15-13ba766ee81c"/>
    <ds:schemaRef ds:uri="834d9a2c-b3a2-40cf-9f5a-3e1af91402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3DD929-24D0-418C-A846-1AA36918C2E4}">
  <ds:schemaRefs>
    <ds:schemaRef ds:uri="http://schemas.microsoft.com/sharepoint/v3/contenttype/forms"/>
  </ds:schemaRefs>
</ds:datastoreItem>
</file>

<file path=customXml/itemProps3.xml><?xml version="1.0" encoding="utf-8"?>
<ds:datastoreItem xmlns:ds="http://schemas.openxmlformats.org/officeDocument/2006/customXml" ds:itemID="{2A74D357-46DE-4A05-B2C4-5161EE846E8B}">
  <ds:schemaRefs>
    <ds:schemaRef ds:uri="http://schemas.microsoft.com/office/2006/documentManagement/types"/>
    <ds:schemaRef ds:uri="http://www.w3.org/XML/1998/namespace"/>
    <ds:schemaRef ds:uri="http://purl.org/dc/dcmitype/"/>
    <ds:schemaRef ds:uri="http://schemas.microsoft.com/office/2006/metadata/properties"/>
    <ds:schemaRef ds:uri="http://purl.org/dc/elements/1.1/"/>
    <ds:schemaRef ds:uri="http://purl.org/dc/terms/"/>
    <ds:schemaRef ds:uri="http://schemas.openxmlformats.org/package/2006/metadata/core-properties"/>
    <ds:schemaRef ds:uri="http://schemas.microsoft.com/office/infopath/2007/PartnerControls"/>
    <ds:schemaRef ds:uri="834d9a2c-b3a2-40cf-9f5a-3e1af91402ae"/>
    <ds:schemaRef ds:uri="7bc21e8b-9a2a-4f27-9a15-13ba766ee81c"/>
  </ds:schemaRefs>
</ds:datastoreItem>
</file>

<file path=docProps/app.xml><?xml version="1.0" encoding="utf-8"?>
<Properties xmlns="http://schemas.openxmlformats.org/officeDocument/2006/extended-properties" xmlns:vt="http://schemas.openxmlformats.org/officeDocument/2006/docPropsVTypes">
  <TotalTime>1248</TotalTime>
  <Words>1366</Words>
  <Application>Microsoft Office PowerPoint</Application>
  <PresentationFormat>A4 (210 x 297 mm)</PresentationFormat>
  <Paragraphs>170</Paragraphs>
  <Slides>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vt:i4>
      </vt:variant>
    </vt:vector>
  </HeadingPairs>
  <TitlesOfParts>
    <vt:vector size="13" baseType="lpstr">
      <vt:lpstr>Arial</vt:lpstr>
      <vt:lpstr>Avenir Roman</vt:lpstr>
      <vt:lpstr>Calibri</vt:lpstr>
      <vt:lpstr>Inter</vt:lpstr>
      <vt:lpstr>Ogg</vt:lpstr>
      <vt:lpstr>Default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ESTHER</dc:creator>
  <cp:lastModifiedBy>Anna Gimenez - CAL BLAY</cp:lastModifiedBy>
  <cp:revision>93</cp:revision>
  <cp:lastPrinted>2024-10-21T18:16:15Z</cp:lastPrinted>
  <dcterms:created xsi:type="dcterms:W3CDTF">2017-01-27T09:30:52Z</dcterms:created>
  <dcterms:modified xsi:type="dcterms:W3CDTF">2026-05-25T10:07:55Z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0x0101006827E1F2A6A6134F92A9F15D20A2C7EB</vt:lpwstr>
  </property>
  <property fmtid="{D5CDD505-2E9C-101B-9397-08002B2CF9AE}" pid="3" name="MediaServiceImageTags">
    <vt:lpwstr/>
  </property>
</Properties>
</file>